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6" r:id="rId3"/>
    <p:sldId id="301" r:id="rId4"/>
    <p:sldId id="277" r:id="rId5"/>
    <p:sldId id="317" r:id="rId6"/>
    <p:sldId id="319" r:id="rId7"/>
    <p:sldId id="291" r:id="rId8"/>
    <p:sldId id="315" r:id="rId9"/>
    <p:sldId id="268" r:id="rId10"/>
    <p:sldId id="304" r:id="rId11"/>
    <p:sldId id="311" r:id="rId12"/>
    <p:sldId id="305" r:id="rId13"/>
    <p:sldId id="310" r:id="rId14"/>
    <p:sldId id="271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0CE59-1403-164D-AF91-6E9267D70EB8}" v="2" dt="2025-10-24T17:47:34.9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8"/>
    <p:restoredTop sz="94767"/>
  </p:normalViewPr>
  <p:slideViewPr>
    <p:cSldViewPr>
      <p:cViewPr varScale="1">
        <p:scale>
          <a:sx n="68" d="100"/>
          <a:sy n="68" d="100"/>
        </p:scale>
        <p:origin x="624" y="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lipe Romero Bernal" userId="d29dba75d7369b69" providerId="LiveId" clId="{06E6C3CC-26FD-5E68-B402-655CE2F8189A}"/>
    <pc:docChg chg="undo custSel addSld delSld modSld sldOrd">
      <pc:chgData name="Daniel Felipe Romero Bernal" userId="d29dba75d7369b69" providerId="LiveId" clId="{06E6C3CC-26FD-5E68-B402-655CE2F8189A}" dt="2025-10-24T17:47:36.397" v="1750" actId="1076"/>
      <pc:docMkLst>
        <pc:docMk/>
      </pc:docMkLst>
      <pc:sldChg chg="addSp delSp modSp mod">
        <pc:chgData name="Daniel Felipe Romero Bernal" userId="d29dba75d7369b69" providerId="LiveId" clId="{06E6C3CC-26FD-5E68-B402-655CE2F8189A}" dt="2025-10-24T17:47:19.156" v="1746" actId="1076"/>
        <pc:sldMkLst>
          <pc:docMk/>
          <pc:sldMk cId="334211933" sldId="301"/>
        </pc:sldMkLst>
        <pc:spChg chg="add mod">
          <ac:chgData name="Daniel Felipe Romero Bernal" userId="d29dba75d7369b69" providerId="LiveId" clId="{06E6C3CC-26FD-5E68-B402-655CE2F8189A}" dt="2025-10-24T17:47:19.156" v="1746" actId="1076"/>
          <ac:spMkLst>
            <pc:docMk/>
            <pc:sldMk cId="334211933" sldId="301"/>
            <ac:spMk id="3" creationId="{47896D03-3A63-99F5-49FA-8A2350DE8116}"/>
          </ac:spMkLst>
        </pc:spChg>
        <pc:spChg chg="del">
          <ac:chgData name="Daniel Felipe Romero Bernal" userId="d29dba75d7369b69" providerId="LiveId" clId="{06E6C3CC-26FD-5E68-B402-655CE2F8189A}" dt="2025-10-24T17:47:16.155" v="1744" actId="478"/>
          <ac:spMkLst>
            <pc:docMk/>
            <pc:sldMk cId="334211933" sldId="301"/>
            <ac:spMk id="12" creationId="{64ECA017-B818-2890-F4E3-69CF709E93D2}"/>
          </ac:spMkLst>
        </pc:spChg>
        <pc:picChg chg="add mod">
          <ac:chgData name="Daniel Felipe Romero Bernal" userId="d29dba75d7369b69" providerId="LiveId" clId="{06E6C3CC-26FD-5E68-B402-655CE2F8189A}" dt="2025-10-24T17:47:19.156" v="1746" actId="1076"/>
          <ac:picMkLst>
            <pc:docMk/>
            <pc:sldMk cId="334211933" sldId="301"/>
            <ac:picMk id="4" creationId="{BD4E96E1-FD41-151F-FD46-282BA06C09BD}"/>
          </ac:picMkLst>
        </pc:picChg>
        <pc:picChg chg="del">
          <ac:chgData name="Daniel Felipe Romero Bernal" userId="d29dba75d7369b69" providerId="LiveId" clId="{06E6C3CC-26FD-5E68-B402-655CE2F8189A}" dt="2025-10-24T17:47:16.155" v="1744" actId="478"/>
          <ac:picMkLst>
            <pc:docMk/>
            <pc:sldMk cId="334211933" sldId="301"/>
            <ac:picMk id="13" creationId="{A641EDCA-6827-C0C5-0B7D-0E6CFD12B005}"/>
          </ac:picMkLst>
        </pc:picChg>
      </pc:sldChg>
      <pc:sldChg chg="addSp delSp modSp mod">
        <pc:chgData name="Daniel Felipe Romero Bernal" userId="d29dba75d7369b69" providerId="LiveId" clId="{06E6C3CC-26FD-5E68-B402-655CE2F8189A}" dt="2025-10-24T17:47:36.397" v="1750" actId="1076"/>
        <pc:sldMkLst>
          <pc:docMk/>
          <pc:sldMk cId="3469509051" sldId="310"/>
        </pc:sldMkLst>
        <pc:spChg chg="add mod">
          <ac:chgData name="Daniel Felipe Romero Bernal" userId="d29dba75d7369b69" providerId="LiveId" clId="{06E6C3CC-26FD-5E68-B402-655CE2F8189A}" dt="2025-10-24T17:47:36.397" v="1750" actId="1076"/>
          <ac:spMkLst>
            <pc:docMk/>
            <pc:sldMk cId="3469509051" sldId="310"/>
            <ac:spMk id="3" creationId="{236BB002-A494-78E8-13DE-672C53C44BD3}"/>
          </ac:spMkLst>
        </pc:spChg>
        <pc:spChg chg="del">
          <ac:chgData name="Daniel Felipe Romero Bernal" userId="d29dba75d7369b69" providerId="LiveId" clId="{06E6C3CC-26FD-5E68-B402-655CE2F8189A}" dt="2025-10-24T17:47:32.998" v="1747" actId="478"/>
          <ac:spMkLst>
            <pc:docMk/>
            <pc:sldMk cId="3469509051" sldId="310"/>
            <ac:spMk id="12" creationId="{7D0A5CF3-FDAA-2480-13E8-BF34CB689380}"/>
          </ac:spMkLst>
        </pc:spChg>
        <pc:picChg chg="add mod">
          <ac:chgData name="Daniel Felipe Romero Bernal" userId="d29dba75d7369b69" providerId="LiveId" clId="{06E6C3CC-26FD-5E68-B402-655CE2F8189A}" dt="2025-10-24T17:47:36.397" v="1750" actId="1076"/>
          <ac:picMkLst>
            <pc:docMk/>
            <pc:sldMk cId="3469509051" sldId="310"/>
            <ac:picMk id="4" creationId="{6D25EFCC-0E1B-0426-03BA-926866C2D24A}"/>
          </ac:picMkLst>
        </pc:picChg>
        <pc:picChg chg="del">
          <ac:chgData name="Daniel Felipe Romero Bernal" userId="d29dba75d7369b69" providerId="LiveId" clId="{06E6C3CC-26FD-5E68-B402-655CE2F8189A}" dt="2025-10-24T17:47:34.574" v="1748" actId="478"/>
          <ac:picMkLst>
            <pc:docMk/>
            <pc:sldMk cId="3469509051" sldId="310"/>
            <ac:picMk id="13" creationId="{42EA2E17-1CE8-705E-9640-E99577D3ED1F}"/>
          </ac:picMkLst>
        </pc:picChg>
      </pc:sldChg>
      <pc:sldChg chg="addSp delSp modSp mod">
        <pc:chgData name="Daniel Felipe Romero Bernal" userId="d29dba75d7369b69" providerId="LiveId" clId="{06E6C3CC-26FD-5E68-B402-655CE2F8189A}" dt="2025-10-24T17:46:02.405" v="1743" actId="14100"/>
        <pc:sldMkLst>
          <pc:docMk/>
          <pc:sldMk cId="1019633978" sldId="315"/>
        </pc:sldMkLst>
        <pc:spChg chg="add mod">
          <ac:chgData name="Daniel Felipe Romero Bernal" userId="d29dba75d7369b69" providerId="LiveId" clId="{06E6C3CC-26FD-5E68-B402-655CE2F8189A}" dt="2025-10-24T17:43:28.160" v="1740" actId="14100"/>
          <ac:spMkLst>
            <pc:docMk/>
            <pc:sldMk cId="1019633978" sldId="315"/>
            <ac:spMk id="4" creationId="{C7B27D77-67EB-8EB8-E468-CB1A8FDD6712}"/>
          </ac:spMkLst>
        </pc:spChg>
        <pc:spChg chg="add mod">
          <ac:chgData name="Daniel Felipe Romero Bernal" userId="d29dba75d7369b69" providerId="LiveId" clId="{06E6C3CC-26FD-5E68-B402-655CE2F8189A}" dt="2025-10-24T17:46:02.405" v="1743" actId="14100"/>
          <ac:spMkLst>
            <pc:docMk/>
            <pc:sldMk cId="1019633978" sldId="315"/>
            <ac:spMk id="6" creationId="{5E16768A-61F2-F0AB-DF78-9ED5A481D1CE}"/>
          </ac:spMkLst>
        </pc:spChg>
        <pc:spChg chg="del">
          <ac:chgData name="Daniel Felipe Romero Bernal" userId="d29dba75d7369b69" providerId="LiveId" clId="{06E6C3CC-26FD-5E68-B402-655CE2F8189A}" dt="2025-10-24T17:39:26.498" v="1738" actId="478"/>
          <ac:spMkLst>
            <pc:docMk/>
            <pc:sldMk cId="1019633978" sldId="315"/>
            <ac:spMk id="12" creationId="{FFD4DBF1-8B03-9687-61E9-0E6DD97D8A8F}"/>
          </ac:spMkLst>
        </pc:spChg>
        <pc:picChg chg="del">
          <ac:chgData name="Daniel Felipe Romero Bernal" userId="d29dba75d7369b69" providerId="LiveId" clId="{06E6C3CC-26FD-5E68-B402-655CE2F8189A}" dt="2025-10-24T17:39:26.498" v="1738" actId="478"/>
          <ac:picMkLst>
            <pc:docMk/>
            <pc:sldMk cId="1019633978" sldId="315"/>
            <ac:picMk id="13" creationId="{804808A6-4A39-9143-A9A5-0DB8CFE6C26B}"/>
          </ac:picMkLst>
        </pc:picChg>
      </pc:sldChg>
      <pc:sldChg chg="delSp modSp add mod modAnim modShow">
        <pc:chgData name="Daniel Felipe Romero Bernal" userId="d29dba75d7369b69" providerId="LiveId" clId="{06E6C3CC-26FD-5E68-B402-655CE2F8189A}" dt="2025-10-24T17:20:43.416" v="1736" actId="729"/>
        <pc:sldMkLst>
          <pc:docMk/>
          <pc:sldMk cId="2099864313" sldId="317"/>
        </pc:sldMkLst>
      </pc:sldChg>
      <pc:sldChg chg="delSp modSp add mod modShow">
        <pc:chgData name="Daniel Felipe Romero Bernal" userId="d29dba75d7369b69" providerId="LiveId" clId="{06E6C3CC-26FD-5E68-B402-655CE2F8189A}" dt="2025-10-24T17:20:45.197" v="1737" actId="729"/>
        <pc:sldMkLst>
          <pc:docMk/>
          <pc:sldMk cId="1798433000" sldId="31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65D3CD9-9E57-2C2E-1EDA-73EB99715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484" y="0"/>
            <a:ext cx="13134616" cy="27451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4DA55D-CD36-3DC2-26D0-8CF0B0D983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" y="-23812"/>
            <a:ext cx="20099397" cy="18319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3D1988-090B-3CAF-D4B8-F1993D5745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0806747"/>
            <a:ext cx="20104100" cy="50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282AB-9153-EE65-26F1-C86C95664868}"/>
              </a:ext>
            </a:extLst>
          </p:cNvPr>
          <p:cNvSpPr txBox="1"/>
          <p:nvPr/>
        </p:nvSpPr>
        <p:spPr>
          <a:xfrm>
            <a:off x="4756150" y="3902075"/>
            <a:ext cx="10591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sz="6600" b="1" dirty="0">
                <a:latin typeface="Arial" panose="020B0604020202020204" pitchFamily="34" charset="0"/>
                <a:cs typeface="Arial" panose="020B0604020202020204" pitchFamily="34" charset="0"/>
              </a:rPr>
              <a:t>Arquitectura de Big Data</a:t>
            </a: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9EABBB6-1BAA-092E-221B-0D659A80290B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latin typeface="Arial"/>
                <a:cs typeface="Arial"/>
              </a:rPr>
              <a:t>01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8217E5C9-FD7C-E228-E4EC-B645A7BA76D0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4F0EA90-1697-1ADA-F39A-44070E2890B5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8108849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Fundamentos y arquitecturas de Big Data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216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659B-1270-0BFD-90E5-3E28013C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765119F-EBE8-06DB-3EE8-1BC115FAA09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¿Qué sabemos de Big Data?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96D03-3A63-99F5-49FA-8A2350DE8116}"/>
              </a:ext>
            </a:extLst>
          </p:cNvPr>
          <p:cNvSpPr txBox="1">
            <a:spLocks/>
          </p:cNvSpPr>
          <p:nvPr/>
        </p:nvSpPr>
        <p:spPr>
          <a:xfrm>
            <a:off x="3846513" y="5121275"/>
            <a:ext cx="10515600" cy="4351338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CO"/>
              <a:t>Ingresa a miro</a:t>
            </a:r>
          </a:p>
          <a:p>
            <a:endParaRPr lang="en-CO"/>
          </a:p>
          <a:p>
            <a:r>
              <a:rPr lang="en-US"/>
              <a:t>https://shorturl.at/2f54M</a:t>
            </a:r>
            <a:endParaRPr lang="en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E96E1-FD41-151F-FD46-282BA06C0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850" y="5121275"/>
            <a:ext cx="3632638" cy="36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F4AF-CD1C-6B02-12E0-1EE862FA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12246A1-88D9-C67B-B41F-E58FBA6788E6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¿Qué es el Big Data?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11CDD2D-F508-F451-9545-26E1B8FF7FC3}"/>
              </a:ext>
            </a:extLst>
          </p:cNvPr>
          <p:cNvSpPr txBox="1"/>
          <p:nvPr/>
        </p:nvSpPr>
        <p:spPr>
          <a:xfrm>
            <a:off x="1013124" y="3949614"/>
            <a:ext cx="17497126" cy="165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/>
              <a:t>Grandes </a:t>
            </a:r>
            <a:r>
              <a:rPr lang="en-US" sz="3600" dirty="0" err="1"/>
              <a:t>volúmenes</a:t>
            </a:r>
            <a:r>
              <a:rPr lang="en-US" sz="3600" dirty="0"/>
              <a:t> de </a:t>
            </a:r>
            <a:r>
              <a:rPr lang="en-US" sz="3600" dirty="0" err="1"/>
              <a:t>datos</a:t>
            </a:r>
            <a:r>
              <a:rPr lang="en-US" sz="3600" dirty="0"/>
              <a:t> que, </a:t>
            </a:r>
            <a:r>
              <a:rPr lang="en-US" sz="3600" dirty="0" err="1"/>
              <a:t>por</a:t>
            </a:r>
            <a:r>
              <a:rPr lang="en-US" sz="3600" dirty="0"/>
              <a:t> </a:t>
            </a:r>
            <a:r>
              <a:rPr lang="en-US" sz="3600" dirty="0" err="1"/>
              <a:t>su</a:t>
            </a:r>
            <a:r>
              <a:rPr lang="en-US" sz="3600" dirty="0"/>
              <a:t> </a:t>
            </a:r>
            <a:r>
              <a:rPr lang="en-US" sz="3600" dirty="0" err="1"/>
              <a:t>cantidad</a:t>
            </a:r>
            <a:r>
              <a:rPr lang="en-US" sz="3600" dirty="0"/>
              <a:t>, no se </a:t>
            </a:r>
            <a:r>
              <a:rPr lang="en-US" sz="3600" dirty="0" err="1"/>
              <a:t>pueden</a:t>
            </a:r>
            <a:r>
              <a:rPr lang="en-US" sz="3600" dirty="0"/>
              <a:t> </a:t>
            </a:r>
            <a:r>
              <a:rPr lang="en-US" sz="3600" dirty="0" err="1"/>
              <a:t>almacenar</a:t>
            </a:r>
            <a:r>
              <a:rPr lang="en-US" sz="3600" dirty="0"/>
              <a:t>, </a:t>
            </a:r>
            <a:r>
              <a:rPr lang="en-US" sz="3600" dirty="0" err="1"/>
              <a:t>procesar</a:t>
            </a:r>
            <a:r>
              <a:rPr lang="en-US" sz="3600" dirty="0"/>
              <a:t> y </a:t>
            </a:r>
            <a:r>
              <a:rPr lang="en-US" sz="3600" dirty="0" err="1"/>
              <a:t>analizar</a:t>
            </a:r>
            <a:r>
              <a:rPr lang="en-US" sz="3600" dirty="0"/>
              <a:t> con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métodos</a:t>
            </a:r>
            <a:r>
              <a:rPr lang="en-US" sz="3600" dirty="0"/>
              <a:t> </a:t>
            </a:r>
            <a:r>
              <a:rPr lang="en-US" sz="3600" dirty="0" err="1"/>
              <a:t>convencionales</a:t>
            </a:r>
            <a:r>
              <a:rPr lang="en-US" sz="3600" dirty="0"/>
              <a:t>, </a:t>
            </a:r>
            <a:r>
              <a:rPr lang="en-US" sz="3600" dirty="0" err="1"/>
              <a:t>por</a:t>
            </a:r>
            <a:r>
              <a:rPr lang="en-US" sz="3600" dirty="0"/>
              <a:t> lo que </a:t>
            </a:r>
            <a:r>
              <a:rPr lang="en-US" sz="3600" dirty="0" err="1"/>
              <a:t>necesitan</a:t>
            </a:r>
            <a:r>
              <a:rPr lang="en-US" sz="3600" dirty="0"/>
              <a:t> </a:t>
            </a:r>
            <a:r>
              <a:rPr lang="en-US" sz="3600" dirty="0" err="1"/>
              <a:t>Motores</a:t>
            </a:r>
            <a:r>
              <a:rPr lang="en-US" sz="3600" dirty="0"/>
              <a:t> de </a:t>
            </a:r>
            <a:r>
              <a:rPr lang="en-US" sz="3600" dirty="0" err="1"/>
              <a:t>Procesamiento</a:t>
            </a:r>
            <a:r>
              <a:rPr lang="en-US" sz="3600" dirty="0"/>
              <a:t> </a:t>
            </a:r>
            <a:r>
              <a:rPr lang="en-US" sz="3600" dirty="0" err="1"/>
              <a:t>Distribuido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030" name="Picture 6" descr="Netflix logo - Iconos Social Media y Logos">
            <a:extLst>
              <a:ext uri="{FF2B5EF4-FFF2-40B4-BE49-F238E27FC236}">
                <a16:creationId xmlns:a16="http://schemas.microsoft.com/office/drawing/2014/main" id="{E1FCCB1D-A786-C3FE-605A-5EB0E64A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968" y="7102475"/>
            <a:ext cx="1708686" cy="170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006009C-F504-FFD9-4727-B01F0206F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19" y="7108479"/>
            <a:ext cx="5638800" cy="170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15C3214-8E96-52D4-DE78-F2B05FA26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050" y="7101417"/>
            <a:ext cx="5791200" cy="167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28A75D6-B693-879F-6D07-852840BFD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6346" y="6873875"/>
            <a:ext cx="2129104" cy="212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37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DB9F-DF6E-C3E6-4086-A7348DDB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C5126F73-09BA-5044-8E14-0B00BC361AFD}"/>
              </a:ext>
            </a:extLst>
          </p:cNvPr>
          <p:cNvSpPr txBox="1">
            <a:spLocks/>
          </p:cNvSpPr>
          <p:nvPr/>
        </p:nvSpPr>
        <p:spPr>
          <a:xfrm>
            <a:off x="994846" y="2987675"/>
            <a:ext cx="12181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Historia del Big Data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A2C601-F239-E62E-BCEF-7BF0E260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4283075"/>
            <a:ext cx="16598196" cy="550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6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58904-B6B1-A838-CF02-8491B2D5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15F39941-CAC9-2782-0517-AA3FA0945F9B}"/>
              </a:ext>
            </a:extLst>
          </p:cNvPr>
          <p:cNvSpPr txBox="1">
            <a:spLocks/>
          </p:cNvSpPr>
          <p:nvPr/>
        </p:nvSpPr>
        <p:spPr>
          <a:xfrm>
            <a:off x="994846" y="2987675"/>
            <a:ext cx="12181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Historia del Big Data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7F315-3A0F-6221-48D6-A4E278FC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15" y="4816476"/>
            <a:ext cx="17670070" cy="469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3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E792-9F35-BFDC-3AEB-637D5EB1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306E918C-C805-FA86-7A51-A48D034F1EF1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Las </a:t>
            </a:r>
            <a:r>
              <a:rPr lang="es-CO" sz="4950" b="1" spc="-10" dirty="0" err="1">
                <a:latin typeface="Arial"/>
                <a:cs typeface="Arial"/>
              </a:rPr>
              <a:t>V’s</a:t>
            </a:r>
            <a:r>
              <a:rPr lang="es-CO" sz="4950" b="1" spc="-10" dirty="0">
                <a:latin typeface="Arial"/>
                <a:cs typeface="Arial"/>
              </a:rPr>
              <a:t> del Big Data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F06236A-8EAC-A765-B769-A31393EAC31C}"/>
              </a:ext>
            </a:extLst>
          </p:cNvPr>
          <p:cNvSpPr txBox="1"/>
          <p:nvPr/>
        </p:nvSpPr>
        <p:spPr>
          <a:xfrm>
            <a:off x="1013124" y="3949614"/>
            <a:ext cx="9038926" cy="282558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Volumen</a:t>
            </a: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Veracidad</a:t>
            </a: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Variedad</a:t>
            </a: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the Vs of Big Data">
            <a:extLst>
              <a:ext uri="{FF2B5EF4-FFF2-40B4-BE49-F238E27FC236}">
                <a16:creationId xmlns:a16="http://schemas.microsoft.com/office/drawing/2014/main" id="{2F2DB760-9A8B-7226-128D-2AE207EA9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0" y="3640558"/>
            <a:ext cx="7389418" cy="671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CE9DAA1-8E36-A7D5-0A18-E6300A528EC3}"/>
              </a:ext>
            </a:extLst>
          </p:cNvPr>
          <p:cNvGrpSpPr/>
          <p:nvPr/>
        </p:nvGrpSpPr>
        <p:grpSpPr>
          <a:xfrm>
            <a:off x="2686679" y="5923086"/>
            <a:ext cx="7651832" cy="4814931"/>
            <a:chOff x="2686679" y="5923086"/>
            <a:chExt cx="7651832" cy="4814931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3C331E7-24D2-A08C-2F2B-D9F0E267A4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679" y="7852602"/>
              <a:ext cx="3498850" cy="2885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E3AB680-AF2D-8E1A-B39E-1FB96A039A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5754" y="5923086"/>
              <a:ext cx="4152982" cy="1929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25AF6EDC-BA9E-BFC1-84E3-18B58272BF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5528" y="7817695"/>
              <a:ext cx="4152983" cy="2825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6841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7373-FE56-3E2E-59D0-01936F1B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1483A53F-2EE7-4AF5-C007-7BB3D0F8A75B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Discusión sobre Big Data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27D77-67EB-8EB8-E468-CB1A8FDD6712}"/>
              </a:ext>
            </a:extLst>
          </p:cNvPr>
          <p:cNvSpPr txBox="1"/>
          <p:nvPr/>
        </p:nvSpPr>
        <p:spPr>
          <a:xfrm>
            <a:off x="5029200" y="5451203"/>
            <a:ext cx="5480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dirty="0"/>
              <a:t>https://www.youtube.com/watch?v=hHzZaEYsZw8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6768A-61F2-F0AB-DF78-9ED5A481D1CE}"/>
              </a:ext>
            </a:extLst>
          </p:cNvPr>
          <p:cNvSpPr txBox="1"/>
          <p:nvPr/>
        </p:nvSpPr>
        <p:spPr>
          <a:xfrm>
            <a:off x="7156450" y="7864475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dirty="0"/>
              <a:t>https://www.instagram.com/p/DPCX-BfgM4-/</a:t>
            </a:r>
          </a:p>
        </p:txBody>
      </p:sp>
    </p:spTree>
    <p:extLst>
      <p:ext uri="{BB962C8B-B14F-4D97-AF65-F5344CB8AC3E}">
        <p14:creationId xmlns:p14="http://schemas.microsoft.com/office/powerpoint/2010/main" val="101963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E06CEC76-7E14-E052-E3E9-5807DA21E6A0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4500" spc="-25" dirty="0">
                <a:latin typeface="Arial"/>
                <a:cs typeface="Arial"/>
              </a:rPr>
              <a:t>0</a:t>
            </a:r>
            <a:r>
              <a:rPr lang="es-ES" sz="34500" spc="-25" dirty="0">
                <a:latin typeface="Arial"/>
                <a:cs typeface="Arial"/>
              </a:rPr>
              <a:t>2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4D586363-D89D-01A1-CAFC-309159F60409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112DC9C-7EA5-D72F-3D6B-F8F1D2C044F8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7727843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Habilitadores y arquitecturas 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689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52CA-3623-8594-F2CD-FF3D38D2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202B185-E670-293F-8277-30B25FDD5416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Habilitadores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8DE3D64-24DE-3342-0C51-24C60555E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4740275"/>
            <a:ext cx="4240843" cy="33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AC3C327-3820-0C2D-4A5F-161B04BDD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142" y="4515741"/>
            <a:ext cx="4303883" cy="35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8B522-6CA4-D7EB-6EDE-DB7E87823FA4}"/>
              </a:ext>
            </a:extLst>
          </p:cNvPr>
          <p:cNvSpPr txBox="1"/>
          <p:nvPr/>
        </p:nvSpPr>
        <p:spPr>
          <a:xfrm>
            <a:off x="2271522" y="8418412"/>
            <a:ext cx="3190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almacenamiento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58253-B052-11C7-AF74-6AFB452E9DA6}"/>
              </a:ext>
            </a:extLst>
          </p:cNvPr>
          <p:cNvSpPr txBox="1"/>
          <p:nvPr/>
        </p:nvSpPr>
        <p:spPr>
          <a:xfrm>
            <a:off x="9061343" y="8449189"/>
            <a:ext cx="1045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800" dirty="0"/>
              <a:t>cloud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2ABD1-D038-6530-7429-831FA21D6CC7}"/>
              </a:ext>
            </a:extLst>
          </p:cNvPr>
          <p:cNvSpPr txBox="1"/>
          <p:nvPr/>
        </p:nvSpPr>
        <p:spPr>
          <a:xfrm>
            <a:off x="14402606" y="8449189"/>
            <a:ext cx="2246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800" dirty="0"/>
              <a:t>digitalización</a:t>
            </a:r>
          </a:p>
        </p:txBody>
      </p:sp>
      <p:pic>
        <p:nvPicPr>
          <p:cNvPr id="7176" name="Picture 8">
            <a:extLst>
              <a:ext uri="{FF2B5EF4-FFF2-40B4-BE49-F238E27FC236}">
                <a16:creationId xmlns:a16="http://schemas.microsoft.com/office/drawing/2014/main" id="{D0DC49DB-32B0-EFF0-3D15-E1226776B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1074" y="4749170"/>
            <a:ext cx="4689193" cy="333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8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7185-3137-8753-5EBD-B56E5392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99EB464-B6B0-0A5A-8E84-C317046D3799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Habilitadores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F973CCE5-33E9-9978-8BB5-905B3F66C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2850" y="4962986"/>
            <a:ext cx="5223232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783631-ED04-E785-F179-6B8A39716487}"/>
              </a:ext>
            </a:extLst>
          </p:cNvPr>
          <p:cNvSpPr txBox="1"/>
          <p:nvPr/>
        </p:nvSpPr>
        <p:spPr>
          <a:xfrm>
            <a:off x="13880582" y="8702675"/>
            <a:ext cx="2026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800" dirty="0"/>
              <a:t>paralelismo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BE6059C-FE5E-664C-5D61-A2FA80150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458" y="5051886"/>
            <a:ext cx="9829800" cy="3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D1AD93-5506-EF07-C6A5-8AA36F8D8BEC}"/>
              </a:ext>
            </a:extLst>
          </p:cNvPr>
          <p:cNvSpPr txBox="1"/>
          <p:nvPr/>
        </p:nvSpPr>
        <p:spPr>
          <a:xfrm>
            <a:off x="5279433" y="8702675"/>
            <a:ext cx="1883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I</a:t>
            </a:r>
            <a:r>
              <a:rPr lang="en-CO" sz="2800" i="1" dirty="0"/>
              <a:t>n memory</a:t>
            </a:r>
          </a:p>
        </p:txBody>
      </p:sp>
    </p:spTree>
    <p:extLst>
      <p:ext uri="{BB962C8B-B14F-4D97-AF65-F5344CB8AC3E}">
        <p14:creationId xmlns:p14="http://schemas.microsoft.com/office/powerpoint/2010/main" val="419487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EBD6-170E-5582-DB51-1D332D29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EEE503F8-425E-8454-B245-1F5788E20A8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Evolución de las arquitecturas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0242" name="Picture 2" descr="What is a Data Lakehouse? Definition, Features &amp; Benefits | Qlik">
            <a:extLst>
              <a:ext uri="{FF2B5EF4-FFF2-40B4-BE49-F238E27FC236}">
                <a16:creationId xmlns:a16="http://schemas.microsoft.com/office/drawing/2014/main" id="{98E34ED8-2B4C-E033-2DEE-28732F867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448" y="3920884"/>
            <a:ext cx="12867204" cy="649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282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C912-CBAD-2819-81DC-3BC4AFA8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FA5B7E92-938C-87AF-5DE9-6B17676F0017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Escoger la mejor arquitectura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4F24A-7C33-23AE-A273-E1D141C2B0AE}"/>
              </a:ext>
            </a:extLst>
          </p:cNvPr>
          <p:cNvSpPr txBox="1"/>
          <p:nvPr/>
        </p:nvSpPr>
        <p:spPr>
          <a:xfrm>
            <a:off x="2546350" y="5426075"/>
            <a:ext cx="15011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Identificar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arquitecturas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adecuadas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tarea</a:t>
            </a:r>
            <a:endParaRPr lang="en-CO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BB002-A494-78E8-13DE-672C53C44BD3}"/>
              </a:ext>
            </a:extLst>
          </p:cNvPr>
          <p:cNvSpPr txBox="1">
            <a:spLocks/>
          </p:cNvSpPr>
          <p:nvPr/>
        </p:nvSpPr>
        <p:spPr>
          <a:xfrm>
            <a:off x="5065713" y="6721475"/>
            <a:ext cx="10515600" cy="4351338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CO"/>
              <a:t>Ingresa a miro</a:t>
            </a:r>
          </a:p>
          <a:p>
            <a:endParaRPr lang="en-CO"/>
          </a:p>
          <a:p>
            <a:r>
              <a:rPr lang="en-US"/>
              <a:t>https://shorturl.at/2f54M</a:t>
            </a:r>
            <a:endParaRPr lang="en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5EFCC-0E1B-0426-03BA-926866C2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0" y="6721475"/>
            <a:ext cx="3632638" cy="36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09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0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5457</TotalTime>
  <Words>158</Words>
  <Application>Microsoft Macintosh PowerPoint</Application>
  <PresentationFormat>Custom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cp:lastModifiedBy>Daniel Felipe Romero Bernal</cp:lastModifiedBy>
  <cp:revision>13</cp:revision>
  <dcterms:created xsi:type="dcterms:W3CDTF">2024-11-07T16:52:39Z</dcterms:created>
  <dcterms:modified xsi:type="dcterms:W3CDTF">2025-10-24T17:47:39Z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</Properties>
</file>