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2"/>
    <p:sldId id="266" r:id="rId3"/>
    <p:sldId id="277" r:id="rId4"/>
    <p:sldId id="276" r:id="rId5"/>
    <p:sldId id="305" r:id="rId6"/>
    <p:sldId id="303" r:id="rId7"/>
    <p:sldId id="306" r:id="rId8"/>
    <p:sldId id="291" r:id="rId9"/>
    <p:sldId id="292" r:id="rId10"/>
    <p:sldId id="278" r:id="rId11"/>
    <p:sldId id="293" r:id="rId12"/>
    <p:sldId id="307" r:id="rId13"/>
    <p:sldId id="304" r:id="rId14"/>
    <p:sldId id="301" r:id="rId15"/>
    <p:sldId id="267" r:id="rId16"/>
    <p:sldId id="279" r:id="rId17"/>
    <p:sldId id="280" r:id="rId18"/>
    <p:sldId id="294" r:id="rId19"/>
    <p:sldId id="281" r:id="rId20"/>
    <p:sldId id="271" r:id="rId2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60BC81-E8AB-8042-8266-1BBE41F2B19C}" v="28" dt="2025-10-15T21:53:45.69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7"/>
    <p:restoredTop sz="93152"/>
  </p:normalViewPr>
  <p:slideViewPr>
    <p:cSldViewPr>
      <p:cViewPr varScale="1">
        <p:scale>
          <a:sx n="76" d="100"/>
          <a:sy n="76" d="100"/>
        </p:scale>
        <p:origin x="32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Felipe Romero Bernal" userId="d29dba75d7369b69" providerId="LiveId" clId="{06E6C3CC-26FD-5E68-B402-655CE2F8189A}"/>
    <pc:docChg chg="undo custSel addSld modSld">
      <pc:chgData name="Daniel Felipe Romero Bernal" userId="d29dba75d7369b69" providerId="LiveId" clId="{06E6C3CC-26FD-5E68-B402-655CE2F8189A}" dt="2025-10-15T21:53:55.665" v="268" actId="20577"/>
      <pc:docMkLst>
        <pc:docMk/>
      </pc:docMkLst>
      <pc:sldChg chg="modSp mod">
        <pc:chgData name="Daniel Felipe Romero Bernal" userId="d29dba75d7369b69" providerId="LiveId" clId="{06E6C3CC-26FD-5E68-B402-655CE2F8189A}" dt="2025-10-15T21:25:22.289" v="176" actId="113"/>
        <pc:sldMkLst>
          <pc:docMk/>
          <pc:sldMk cId="3177378534" sldId="277"/>
        </pc:sldMkLst>
        <pc:spChg chg="mod">
          <ac:chgData name="Daniel Felipe Romero Bernal" userId="d29dba75d7369b69" providerId="LiveId" clId="{06E6C3CC-26FD-5E68-B402-655CE2F8189A}" dt="2025-10-15T21:25:22.289" v="176" actId="113"/>
          <ac:spMkLst>
            <pc:docMk/>
            <pc:sldMk cId="3177378534" sldId="277"/>
            <ac:spMk id="3" creationId="{D11CDD2D-F508-F451-9545-26E1B8FF7FC3}"/>
          </ac:spMkLst>
        </pc:spChg>
      </pc:sldChg>
      <pc:sldChg chg="modSp mod">
        <pc:chgData name="Daniel Felipe Romero Bernal" userId="d29dba75d7369b69" providerId="LiveId" clId="{06E6C3CC-26FD-5E68-B402-655CE2F8189A}" dt="2025-10-15T21:53:55.665" v="268" actId="20577"/>
        <pc:sldMkLst>
          <pc:docMk/>
          <pc:sldMk cId="2168413651" sldId="291"/>
        </pc:sldMkLst>
        <pc:spChg chg="mod">
          <ac:chgData name="Daniel Felipe Romero Bernal" userId="d29dba75d7369b69" providerId="LiveId" clId="{06E6C3CC-26FD-5E68-B402-655CE2F8189A}" dt="2025-10-15T21:53:55.665" v="268" actId="20577"/>
          <ac:spMkLst>
            <pc:docMk/>
            <pc:sldMk cId="2168413651" sldId="291"/>
            <ac:spMk id="3" creationId="{AF06236A-8EAC-A765-B769-A31393EAC31C}"/>
          </ac:spMkLst>
        </pc:spChg>
      </pc:sldChg>
      <pc:sldChg chg="modSp">
        <pc:chgData name="Daniel Felipe Romero Bernal" userId="d29dba75d7369b69" providerId="LiveId" clId="{06E6C3CC-26FD-5E68-B402-655CE2F8189A}" dt="2025-10-15T20:26:50.435" v="1" actId="20577"/>
        <pc:sldMkLst>
          <pc:docMk/>
          <pc:sldMk cId="2574794291" sldId="292"/>
        </pc:sldMkLst>
        <pc:spChg chg="mod">
          <ac:chgData name="Daniel Felipe Romero Bernal" userId="d29dba75d7369b69" providerId="LiveId" clId="{06E6C3CC-26FD-5E68-B402-655CE2F8189A}" dt="2025-10-15T20:26:50.435" v="1" actId="20577"/>
          <ac:spMkLst>
            <pc:docMk/>
            <pc:sldMk cId="2574794291" sldId="292"/>
            <ac:spMk id="4" creationId="{3F27E28A-6E65-93A8-E008-33AB3AA38E98}"/>
          </ac:spMkLst>
        </pc:spChg>
      </pc:sldChg>
      <pc:sldChg chg="delSp mod">
        <pc:chgData name="Daniel Felipe Romero Bernal" userId="d29dba75d7369b69" providerId="LiveId" clId="{06E6C3CC-26FD-5E68-B402-655CE2F8189A}" dt="2025-10-15T21:53:04.145" v="252" actId="478"/>
        <pc:sldMkLst>
          <pc:docMk/>
          <pc:sldMk cId="2152772290" sldId="293"/>
        </pc:sldMkLst>
        <pc:spChg chg="del">
          <ac:chgData name="Daniel Felipe Romero Bernal" userId="d29dba75d7369b69" providerId="LiveId" clId="{06E6C3CC-26FD-5E68-B402-655CE2F8189A}" dt="2025-10-15T21:53:04.145" v="252" actId="478"/>
          <ac:spMkLst>
            <pc:docMk/>
            <pc:sldMk cId="2152772290" sldId="293"/>
            <ac:spMk id="7" creationId="{DEB95D39-BA9E-390A-159F-7C264C981062}"/>
          </ac:spMkLst>
        </pc:spChg>
        <pc:spChg chg="del">
          <ac:chgData name="Daniel Felipe Romero Bernal" userId="d29dba75d7369b69" providerId="LiveId" clId="{06E6C3CC-26FD-5E68-B402-655CE2F8189A}" dt="2025-10-15T21:53:04.145" v="252" actId="478"/>
          <ac:spMkLst>
            <pc:docMk/>
            <pc:sldMk cId="2152772290" sldId="293"/>
            <ac:spMk id="8" creationId="{EB5D755F-0423-9EC7-A101-C35A5B89A754}"/>
          </ac:spMkLst>
        </pc:spChg>
        <pc:spChg chg="del">
          <ac:chgData name="Daniel Felipe Romero Bernal" userId="d29dba75d7369b69" providerId="LiveId" clId="{06E6C3CC-26FD-5E68-B402-655CE2F8189A}" dt="2025-10-15T21:53:04.145" v="252" actId="478"/>
          <ac:spMkLst>
            <pc:docMk/>
            <pc:sldMk cId="2152772290" sldId="293"/>
            <ac:spMk id="9" creationId="{D164D736-2F6F-4E59-E14A-EAC61ACFDDED}"/>
          </ac:spMkLst>
        </pc:spChg>
        <pc:spChg chg="del">
          <ac:chgData name="Daniel Felipe Romero Bernal" userId="d29dba75d7369b69" providerId="LiveId" clId="{06E6C3CC-26FD-5E68-B402-655CE2F8189A}" dt="2025-10-15T21:53:04.145" v="252" actId="478"/>
          <ac:spMkLst>
            <pc:docMk/>
            <pc:sldMk cId="2152772290" sldId="293"/>
            <ac:spMk id="10" creationId="{660EA107-85F9-10E6-D7E9-5A5E6D712F2A}"/>
          </ac:spMkLst>
        </pc:spChg>
      </pc:sldChg>
      <pc:sldChg chg="addSp delSp modSp add mod modAnim">
        <pc:chgData name="Daniel Felipe Romero Bernal" userId="d29dba75d7369b69" providerId="LiveId" clId="{06E6C3CC-26FD-5E68-B402-655CE2F8189A}" dt="2025-10-15T20:31:47.495" v="162" actId="14100"/>
        <pc:sldMkLst>
          <pc:docMk/>
          <pc:sldMk cId="2250832018" sldId="304"/>
        </pc:sldMkLst>
        <pc:spChg chg="mod">
          <ac:chgData name="Daniel Felipe Romero Bernal" userId="d29dba75d7369b69" providerId="LiveId" clId="{06E6C3CC-26FD-5E68-B402-655CE2F8189A}" dt="2025-10-15T20:27:30.739" v="54" actId="20577"/>
          <ac:spMkLst>
            <pc:docMk/>
            <pc:sldMk cId="2250832018" sldId="304"/>
            <ac:spMk id="2" creationId="{00A6F240-FAF8-FE70-12CB-14D378904586}"/>
          </ac:spMkLst>
        </pc:spChg>
        <pc:spChg chg="mod">
          <ac:chgData name="Daniel Felipe Romero Bernal" userId="d29dba75d7369b69" providerId="LiveId" clId="{06E6C3CC-26FD-5E68-B402-655CE2F8189A}" dt="2025-10-15T20:31:47.495" v="162" actId="14100"/>
          <ac:spMkLst>
            <pc:docMk/>
            <pc:sldMk cId="2250832018" sldId="304"/>
            <ac:spMk id="4" creationId="{E6AE8D39-E938-2B81-F9B4-BBFDA5DC06B5}"/>
          </ac:spMkLst>
        </pc:spChg>
        <pc:spChg chg="add mod">
          <ac:chgData name="Daniel Felipe Romero Bernal" userId="d29dba75d7369b69" providerId="LiveId" clId="{06E6C3CC-26FD-5E68-B402-655CE2F8189A}" dt="2025-10-15T20:28:40.699" v="141" actId="20577"/>
          <ac:spMkLst>
            <pc:docMk/>
            <pc:sldMk cId="2250832018" sldId="304"/>
            <ac:spMk id="5" creationId="{8B3B8074-A28B-2CDC-1EC5-931A0F95BA62}"/>
          </ac:spMkLst>
        </pc:spChg>
        <pc:spChg chg="del">
          <ac:chgData name="Daniel Felipe Romero Bernal" userId="d29dba75d7369b69" providerId="LiveId" clId="{06E6C3CC-26FD-5E68-B402-655CE2F8189A}" dt="2025-10-15T20:27:59.433" v="59" actId="478"/>
          <ac:spMkLst>
            <pc:docMk/>
            <pc:sldMk cId="2250832018" sldId="304"/>
            <ac:spMk id="6" creationId="{6DF434EB-BDE3-5D35-3CB7-687FA9729586}"/>
          </ac:spMkLst>
        </pc:spChg>
        <pc:spChg chg="mod">
          <ac:chgData name="Daniel Felipe Romero Bernal" userId="d29dba75d7369b69" providerId="LiveId" clId="{06E6C3CC-26FD-5E68-B402-655CE2F8189A}" dt="2025-10-15T20:28:14.814" v="94" actId="14100"/>
          <ac:spMkLst>
            <pc:docMk/>
            <pc:sldMk cId="2250832018" sldId="304"/>
            <ac:spMk id="7" creationId="{A05C551D-6DCA-22AD-E999-247EB58B5773}"/>
          </ac:spMkLst>
        </pc:spChg>
        <pc:spChg chg="del mod">
          <ac:chgData name="Daniel Felipe Romero Bernal" userId="d29dba75d7369b69" providerId="LiveId" clId="{06E6C3CC-26FD-5E68-B402-655CE2F8189A}" dt="2025-10-15T20:28:24.036" v="97" actId="478"/>
          <ac:spMkLst>
            <pc:docMk/>
            <pc:sldMk cId="2250832018" sldId="304"/>
            <ac:spMk id="8" creationId="{357F9E8B-8C84-179E-CFE7-BC3E60CEE3A2}"/>
          </ac:spMkLst>
        </pc:spChg>
        <pc:spChg chg="del">
          <ac:chgData name="Daniel Felipe Romero Bernal" userId="d29dba75d7369b69" providerId="LiveId" clId="{06E6C3CC-26FD-5E68-B402-655CE2F8189A}" dt="2025-10-15T20:28:20.990" v="96" actId="478"/>
          <ac:spMkLst>
            <pc:docMk/>
            <pc:sldMk cId="2250832018" sldId="304"/>
            <ac:spMk id="9" creationId="{538CE893-4E31-0E8B-0F21-DB4837688059}"/>
          </ac:spMkLst>
        </pc:spChg>
        <pc:spChg chg="del">
          <ac:chgData name="Daniel Felipe Romero Bernal" userId="d29dba75d7369b69" providerId="LiveId" clId="{06E6C3CC-26FD-5E68-B402-655CE2F8189A}" dt="2025-10-15T20:28:20.990" v="96" actId="478"/>
          <ac:spMkLst>
            <pc:docMk/>
            <pc:sldMk cId="2250832018" sldId="304"/>
            <ac:spMk id="10" creationId="{D71B5CA5-F28A-D69E-3DB4-A350413D3C5B}"/>
          </ac:spMkLst>
        </pc:spChg>
        <pc:spChg chg="add mod">
          <ac:chgData name="Daniel Felipe Romero Bernal" userId="d29dba75d7369b69" providerId="LiveId" clId="{06E6C3CC-26FD-5E68-B402-655CE2F8189A}" dt="2025-10-15T20:30:14.099" v="144"/>
          <ac:spMkLst>
            <pc:docMk/>
            <pc:sldMk cId="2250832018" sldId="304"/>
            <ac:spMk id="11" creationId="{69B0A982-078B-30EC-143F-8E818CD2BE76}"/>
          </ac:spMkLst>
        </pc:spChg>
        <pc:spChg chg="add mod">
          <ac:chgData name="Daniel Felipe Romero Bernal" userId="d29dba75d7369b69" providerId="LiveId" clId="{06E6C3CC-26FD-5E68-B402-655CE2F8189A}" dt="2025-10-15T20:30:38.627" v="146"/>
          <ac:spMkLst>
            <pc:docMk/>
            <pc:sldMk cId="2250832018" sldId="304"/>
            <ac:spMk id="12" creationId="{73B9986C-DFB3-181B-C9BC-75ECEC0C686A}"/>
          </ac:spMkLst>
        </pc:spChg>
        <pc:spChg chg="add mod">
          <ac:chgData name="Daniel Felipe Romero Bernal" userId="d29dba75d7369b69" providerId="LiveId" clId="{06E6C3CC-26FD-5E68-B402-655CE2F8189A}" dt="2025-10-15T20:30:49.603" v="152" actId="122"/>
          <ac:spMkLst>
            <pc:docMk/>
            <pc:sldMk cId="2250832018" sldId="304"/>
            <ac:spMk id="13" creationId="{12095DCE-B80D-970C-0E8D-FD047522154B}"/>
          </ac:spMkLst>
        </pc:spChg>
        <pc:spChg chg="add mod">
          <ac:chgData name="Daniel Felipe Romero Bernal" userId="d29dba75d7369b69" providerId="LiveId" clId="{06E6C3CC-26FD-5E68-B402-655CE2F8189A}" dt="2025-10-15T20:30:57.548" v="157" actId="20577"/>
          <ac:spMkLst>
            <pc:docMk/>
            <pc:sldMk cId="2250832018" sldId="304"/>
            <ac:spMk id="14" creationId="{8BF616E4-9399-FA04-029E-522C10C0BA82}"/>
          </ac:spMkLst>
        </pc:spChg>
        <pc:picChg chg="del">
          <ac:chgData name="Daniel Felipe Romero Bernal" userId="d29dba75d7369b69" providerId="LiveId" clId="{06E6C3CC-26FD-5E68-B402-655CE2F8189A}" dt="2025-10-15T20:27:32.177" v="55" actId="478"/>
          <ac:picMkLst>
            <pc:docMk/>
            <pc:sldMk cId="2250832018" sldId="304"/>
            <ac:picMk id="3" creationId="{6063B01C-5BDB-BEE5-4E30-57449AB5A574}"/>
          </ac:picMkLst>
        </pc:picChg>
      </pc:sldChg>
      <pc:sldChg chg="addSp delSp modSp add mod delAnim modAnim">
        <pc:chgData name="Daniel Felipe Romero Bernal" userId="d29dba75d7369b69" providerId="LiveId" clId="{06E6C3CC-26FD-5E68-B402-655CE2F8189A}" dt="2025-10-15T21:00:23.723" v="167" actId="1076"/>
        <pc:sldMkLst>
          <pc:docMk/>
          <pc:sldMk cId="3307346018" sldId="305"/>
        </pc:sldMkLst>
        <pc:spChg chg="del">
          <ac:chgData name="Daniel Felipe Romero Bernal" userId="d29dba75d7369b69" providerId="LiveId" clId="{06E6C3CC-26FD-5E68-B402-655CE2F8189A}" dt="2025-10-15T21:00:18.721" v="164" actId="478"/>
          <ac:spMkLst>
            <pc:docMk/>
            <pc:sldMk cId="3307346018" sldId="305"/>
            <ac:spMk id="7" creationId="{DD8FE622-8997-7AE4-FE43-3E8D170E60FC}"/>
          </ac:spMkLst>
        </pc:spChg>
        <pc:spChg chg="del">
          <ac:chgData name="Daniel Felipe Romero Bernal" userId="d29dba75d7369b69" providerId="LiveId" clId="{06E6C3CC-26FD-5E68-B402-655CE2F8189A}" dt="2025-10-15T21:00:18.721" v="164" actId="478"/>
          <ac:spMkLst>
            <pc:docMk/>
            <pc:sldMk cId="3307346018" sldId="305"/>
            <ac:spMk id="9" creationId="{B74AAC9E-DB51-B599-6D81-4C1A8C737401}"/>
          </ac:spMkLst>
        </pc:spChg>
        <pc:spChg chg="del">
          <ac:chgData name="Daniel Felipe Romero Bernal" userId="d29dba75d7369b69" providerId="LiveId" clId="{06E6C3CC-26FD-5E68-B402-655CE2F8189A}" dt="2025-10-15T21:00:18.721" v="164" actId="478"/>
          <ac:spMkLst>
            <pc:docMk/>
            <pc:sldMk cId="3307346018" sldId="305"/>
            <ac:spMk id="10" creationId="{F97D257A-B2E4-B827-6A8B-AEFCE9D09F83}"/>
          </ac:spMkLst>
        </pc:spChg>
        <pc:spChg chg="del">
          <ac:chgData name="Daniel Felipe Romero Bernal" userId="d29dba75d7369b69" providerId="LiveId" clId="{06E6C3CC-26FD-5E68-B402-655CE2F8189A}" dt="2025-10-15T21:00:18.721" v="164" actId="478"/>
          <ac:spMkLst>
            <pc:docMk/>
            <pc:sldMk cId="3307346018" sldId="305"/>
            <ac:spMk id="11" creationId="{81F911A9-F1C6-114B-F8FA-CF291FDB04A2}"/>
          </ac:spMkLst>
        </pc:spChg>
        <pc:spChg chg="del">
          <ac:chgData name="Daniel Felipe Romero Bernal" userId="d29dba75d7369b69" providerId="LiveId" clId="{06E6C3CC-26FD-5E68-B402-655CE2F8189A}" dt="2025-10-15T21:00:21.769" v="166" actId="478"/>
          <ac:spMkLst>
            <pc:docMk/>
            <pc:sldMk cId="3307346018" sldId="305"/>
            <ac:spMk id="12" creationId="{9692A30B-2158-CAB2-07AB-D190FAAA4DF0}"/>
          </ac:spMkLst>
        </pc:spChg>
        <pc:picChg chg="add mod">
          <ac:chgData name="Daniel Felipe Romero Bernal" userId="d29dba75d7369b69" providerId="LiveId" clId="{06E6C3CC-26FD-5E68-B402-655CE2F8189A}" dt="2025-10-15T21:00:23.723" v="167" actId="1076"/>
          <ac:picMkLst>
            <pc:docMk/>
            <pc:sldMk cId="3307346018" sldId="305"/>
            <ac:picMk id="1026" creationId="{55F431ED-0FDD-B1D6-76C4-53E14FE3CF13}"/>
          </ac:picMkLst>
        </pc:picChg>
        <pc:picChg chg="del">
          <ac:chgData name="Daniel Felipe Romero Bernal" userId="d29dba75d7369b69" providerId="LiveId" clId="{06E6C3CC-26FD-5E68-B402-655CE2F8189A}" dt="2025-10-15T21:00:18.721" v="164" actId="478"/>
          <ac:picMkLst>
            <pc:docMk/>
            <pc:sldMk cId="3307346018" sldId="305"/>
            <ac:picMk id="3074" creationId="{7767EACB-7E2A-2A0F-9FE1-5C7BC78B3D76}"/>
          </ac:picMkLst>
        </pc:picChg>
      </pc:sldChg>
      <pc:sldChg chg="addSp delSp modSp add">
        <pc:chgData name="Daniel Felipe Romero Bernal" userId="d29dba75d7369b69" providerId="LiveId" clId="{06E6C3CC-26FD-5E68-B402-655CE2F8189A}" dt="2025-10-15T21:15:38.433" v="174" actId="14100"/>
        <pc:sldMkLst>
          <pc:docMk/>
          <pc:sldMk cId="3915951720" sldId="306"/>
        </pc:sldMkLst>
        <pc:picChg chg="del">
          <ac:chgData name="Daniel Felipe Romero Bernal" userId="d29dba75d7369b69" providerId="LiveId" clId="{06E6C3CC-26FD-5E68-B402-655CE2F8189A}" dt="2025-10-15T21:15:34.094" v="170" actId="478"/>
          <ac:picMkLst>
            <pc:docMk/>
            <pc:sldMk cId="3915951720" sldId="306"/>
            <ac:picMk id="3" creationId="{E0D8DA23-0CBD-BC18-3F7A-7A72F3FFACC0}"/>
          </ac:picMkLst>
        </pc:picChg>
        <pc:picChg chg="add mod">
          <ac:chgData name="Daniel Felipe Romero Bernal" userId="d29dba75d7369b69" providerId="LiveId" clId="{06E6C3CC-26FD-5E68-B402-655CE2F8189A}" dt="2025-10-15T21:15:38.433" v="174" actId="14100"/>
          <ac:picMkLst>
            <pc:docMk/>
            <pc:sldMk cId="3915951720" sldId="306"/>
            <ac:picMk id="2050" creationId="{E557DFF6-E0B0-3382-50B4-175ED7C0E9CC}"/>
          </ac:picMkLst>
        </pc:picChg>
        <pc:picChg chg="del">
          <ac:chgData name="Daniel Felipe Romero Bernal" userId="d29dba75d7369b69" providerId="LiveId" clId="{06E6C3CC-26FD-5E68-B402-655CE2F8189A}" dt="2025-10-15T21:15:32.740" v="169" actId="478"/>
          <ac:picMkLst>
            <pc:docMk/>
            <pc:sldMk cId="3915951720" sldId="306"/>
            <ac:picMk id="18434" creationId="{24554401-918B-5340-6227-E2613163DF53}"/>
          </ac:picMkLst>
        </pc:picChg>
      </pc:sldChg>
      <pc:sldChg chg="addSp delSp modSp add mod">
        <pc:chgData name="Daniel Felipe Romero Bernal" userId="d29dba75d7369b69" providerId="LiveId" clId="{06E6C3CC-26FD-5E68-B402-655CE2F8189A}" dt="2025-10-15T21:52:20.280" v="251" actId="113"/>
        <pc:sldMkLst>
          <pc:docMk/>
          <pc:sldMk cId="359930594" sldId="307"/>
        </pc:sldMkLst>
        <pc:spChg chg="del">
          <ac:chgData name="Daniel Felipe Romero Bernal" userId="d29dba75d7369b69" providerId="LiveId" clId="{06E6C3CC-26FD-5E68-B402-655CE2F8189A}" dt="2025-10-15T21:47:06.857" v="178" actId="478"/>
          <ac:spMkLst>
            <pc:docMk/>
            <pc:sldMk cId="359930594" sldId="307"/>
            <ac:spMk id="4" creationId="{79E6223C-2490-120C-6406-CB4DB1D474EB}"/>
          </ac:spMkLst>
        </pc:spChg>
        <pc:spChg chg="del">
          <ac:chgData name="Daniel Felipe Romero Bernal" userId="d29dba75d7369b69" providerId="LiveId" clId="{06E6C3CC-26FD-5E68-B402-655CE2F8189A}" dt="2025-10-15T21:47:11.639" v="179" actId="478"/>
          <ac:spMkLst>
            <pc:docMk/>
            <pc:sldMk cId="359930594" sldId="307"/>
            <ac:spMk id="6" creationId="{51C67C4E-2156-5792-CE73-027B4E80ABEC}"/>
          </ac:spMkLst>
        </pc:spChg>
        <pc:spChg chg="del">
          <ac:chgData name="Daniel Felipe Romero Bernal" userId="d29dba75d7369b69" providerId="LiveId" clId="{06E6C3CC-26FD-5E68-B402-655CE2F8189A}" dt="2025-10-15T21:47:06.857" v="178" actId="478"/>
          <ac:spMkLst>
            <pc:docMk/>
            <pc:sldMk cId="359930594" sldId="307"/>
            <ac:spMk id="7" creationId="{17D1AF13-77C0-31BD-3AA7-E94533D9632C}"/>
          </ac:spMkLst>
        </pc:spChg>
        <pc:spChg chg="del">
          <ac:chgData name="Daniel Felipe Romero Bernal" userId="d29dba75d7369b69" providerId="LiveId" clId="{06E6C3CC-26FD-5E68-B402-655CE2F8189A}" dt="2025-10-15T21:47:06.857" v="178" actId="478"/>
          <ac:spMkLst>
            <pc:docMk/>
            <pc:sldMk cId="359930594" sldId="307"/>
            <ac:spMk id="8" creationId="{FB10F0C9-26E3-9322-D3E4-B2E17F0D6CCD}"/>
          </ac:spMkLst>
        </pc:spChg>
        <pc:spChg chg="del">
          <ac:chgData name="Daniel Felipe Romero Bernal" userId="d29dba75d7369b69" providerId="LiveId" clId="{06E6C3CC-26FD-5E68-B402-655CE2F8189A}" dt="2025-10-15T21:47:11.639" v="179" actId="478"/>
          <ac:spMkLst>
            <pc:docMk/>
            <pc:sldMk cId="359930594" sldId="307"/>
            <ac:spMk id="9" creationId="{53E6D6ED-B2D1-35C5-A145-B056E842022E}"/>
          </ac:spMkLst>
        </pc:spChg>
        <pc:spChg chg="del">
          <ac:chgData name="Daniel Felipe Romero Bernal" userId="d29dba75d7369b69" providerId="LiveId" clId="{06E6C3CC-26FD-5E68-B402-655CE2F8189A}" dt="2025-10-15T21:47:11.639" v="179" actId="478"/>
          <ac:spMkLst>
            <pc:docMk/>
            <pc:sldMk cId="359930594" sldId="307"/>
            <ac:spMk id="10" creationId="{FC153EBB-F45E-4E5E-3BF0-C73DF595F41B}"/>
          </ac:spMkLst>
        </pc:spChg>
        <pc:graphicFrameChg chg="add mod modGraphic">
          <ac:chgData name="Daniel Felipe Romero Bernal" userId="d29dba75d7369b69" providerId="LiveId" clId="{06E6C3CC-26FD-5E68-B402-655CE2F8189A}" dt="2025-10-15T21:52:20.280" v="251" actId="113"/>
          <ac:graphicFrameMkLst>
            <pc:docMk/>
            <pc:sldMk cId="359930594" sldId="307"/>
            <ac:graphicFrameMk id="5" creationId="{0161CB15-0D34-3715-1041-64A0E97F3AAF}"/>
          </ac:graphicFrameMkLst>
        </pc:graphicFrameChg>
        <pc:picChg chg="del">
          <ac:chgData name="Daniel Felipe Romero Bernal" userId="d29dba75d7369b69" providerId="LiveId" clId="{06E6C3CC-26FD-5E68-B402-655CE2F8189A}" dt="2025-10-15T21:47:12.224" v="180" actId="478"/>
          <ac:picMkLst>
            <pc:docMk/>
            <pc:sldMk cId="359930594" sldId="307"/>
            <ac:picMk id="3" creationId="{CBCA2D2C-9FDF-3526-3FFA-6A54599A80F5}"/>
          </ac:picMkLst>
        </pc:picChg>
      </pc:sldChg>
    </pc:docChg>
  </pc:docChgLst>
  <pc:docChgLst>
    <pc:chgData name="Daniel Felipe Romero Bernal" userId="d29dba75d7369b69" providerId="LiveId" clId="{70FAA72E-2BE9-AB49-BB5A-3C313F69D1A2}"/>
    <pc:docChg chg="undo custSel addSld delSld modSld sldOrd">
      <pc:chgData name="Daniel Felipe Romero Bernal" userId="d29dba75d7369b69" providerId="LiveId" clId="{70FAA72E-2BE9-AB49-BB5A-3C313F69D1A2}" dt="2025-08-15T18:46:53.319" v="2756" actId="20577"/>
      <pc:docMkLst>
        <pc:docMk/>
      </pc:docMkLst>
      <pc:sldChg chg="ord">
        <pc:chgData name="Daniel Felipe Romero Bernal" userId="d29dba75d7369b69" providerId="LiveId" clId="{70FAA72E-2BE9-AB49-BB5A-3C313F69D1A2}" dt="2025-08-13T03:51:59.549" v="496" actId="20578"/>
        <pc:sldMkLst>
          <pc:docMk/>
          <pc:sldMk cId="0" sldId="257"/>
        </pc:sldMkLst>
      </pc:sldChg>
      <pc:sldChg chg="addSp modSp mod">
        <pc:chgData name="Daniel Felipe Romero Bernal" userId="d29dba75d7369b69" providerId="LiveId" clId="{70FAA72E-2BE9-AB49-BB5A-3C313F69D1A2}" dt="2025-08-13T03:55:14.918" v="742" actId="1076"/>
        <pc:sldMkLst>
          <pc:docMk/>
          <pc:sldMk cId="948847546" sldId="264"/>
        </pc:sldMkLst>
      </pc:sldChg>
      <pc:sldChg chg="modSp mod ord">
        <pc:chgData name="Daniel Felipe Romero Bernal" userId="d29dba75d7369b69" providerId="LiveId" clId="{70FAA72E-2BE9-AB49-BB5A-3C313F69D1A2}" dt="2025-08-13T03:49:28.848" v="424" actId="20577"/>
        <pc:sldMkLst>
          <pc:docMk/>
          <pc:sldMk cId="1772165544" sldId="266"/>
        </pc:sldMkLst>
      </pc:sldChg>
      <pc:sldChg chg="modSp mod ord">
        <pc:chgData name="Daniel Felipe Romero Bernal" userId="d29dba75d7369b69" providerId="LiveId" clId="{70FAA72E-2BE9-AB49-BB5A-3C313F69D1A2}" dt="2025-08-13T03:52:56.393" v="569" actId="20577"/>
        <pc:sldMkLst>
          <pc:docMk/>
          <pc:sldMk cId="1662916072" sldId="267"/>
        </pc:sldMkLst>
      </pc:sldChg>
      <pc:sldChg chg="addSp delSp modSp mod ord">
        <pc:chgData name="Daniel Felipe Romero Bernal" userId="d29dba75d7369b69" providerId="LiveId" clId="{70FAA72E-2BE9-AB49-BB5A-3C313F69D1A2}" dt="2025-08-13T03:59:02.046" v="971"/>
        <pc:sldMkLst>
          <pc:docMk/>
          <pc:sldMk cId="2756890861" sldId="268"/>
        </pc:sldMkLst>
      </pc:sldChg>
      <pc:sldChg chg="ord">
        <pc:chgData name="Daniel Felipe Romero Bernal" userId="d29dba75d7369b69" providerId="LiveId" clId="{70FAA72E-2BE9-AB49-BB5A-3C313F69D1A2}" dt="2025-08-13T03:51:57.212" v="495" actId="20578"/>
        <pc:sldMkLst>
          <pc:docMk/>
          <pc:sldMk cId="1948719481" sldId="270"/>
        </pc:sldMkLst>
      </pc:sldChg>
      <pc:sldChg chg="ord">
        <pc:chgData name="Daniel Felipe Romero Bernal" userId="d29dba75d7369b69" providerId="LiveId" clId="{70FAA72E-2BE9-AB49-BB5A-3C313F69D1A2}" dt="2025-08-13T03:55:31.152" v="744" actId="20578"/>
        <pc:sldMkLst>
          <pc:docMk/>
          <pc:sldMk cId="203401095" sldId="271"/>
        </pc:sldMkLst>
      </pc:sldChg>
      <pc:sldChg chg="modSp mod ord">
        <pc:chgData name="Daniel Felipe Romero Bernal" userId="d29dba75d7369b69" providerId="LiveId" clId="{70FAA72E-2BE9-AB49-BB5A-3C313F69D1A2}" dt="2025-08-13T03:56:43.274" v="805" actId="20577"/>
        <pc:sldMkLst>
          <pc:docMk/>
          <pc:sldMk cId="3790849077" sldId="272"/>
        </pc:sldMkLst>
      </pc:sldChg>
      <pc:sldChg chg="addSp delSp modSp mod">
        <pc:chgData name="Daniel Felipe Romero Bernal" userId="d29dba75d7369b69" providerId="LiveId" clId="{70FAA72E-2BE9-AB49-BB5A-3C313F69D1A2}" dt="2025-08-13T03:50:11.777" v="431" actId="478"/>
        <pc:sldMkLst>
          <pc:docMk/>
          <pc:sldMk cId="797907007" sldId="273"/>
        </pc:sldMkLst>
      </pc:sldChg>
      <pc:sldChg chg="modSp del mod ord">
        <pc:chgData name="Daniel Felipe Romero Bernal" userId="d29dba75d7369b69" providerId="LiveId" clId="{70FAA72E-2BE9-AB49-BB5A-3C313F69D1A2}" dt="2025-08-13T03:50:39.289" v="432" actId="2696"/>
        <pc:sldMkLst>
          <pc:docMk/>
          <pc:sldMk cId="4293357206" sldId="274"/>
        </pc:sldMkLst>
      </pc:sldChg>
      <pc:sldChg chg="modSp add del mod ord">
        <pc:chgData name="Daniel Felipe Romero Bernal" userId="d29dba75d7369b69" providerId="LiveId" clId="{70FAA72E-2BE9-AB49-BB5A-3C313F69D1A2}" dt="2025-08-13T15:39:08.998" v="1191" actId="2696"/>
        <pc:sldMkLst>
          <pc:docMk/>
          <pc:sldMk cId="4053779950" sldId="275"/>
        </pc:sldMkLst>
      </pc:sldChg>
      <pc:sldChg chg="addSp delSp modSp add mod ord modAnim">
        <pc:chgData name="Daniel Felipe Romero Bernal" userId="d29dba75d7369b69" providerId="LiveId" clId="{70FAA72E-2BE9-AB49-BB5A-3C313F69D1A2}" dt="2025-08-15T18:37:12.426" v="2710" actId="20578"/>
        <pc:sldMkLst>
          <pc:docMk/>
          <pc:sldMk cId="632933127" sldId="276"/>
        </pc:sldMkLst>
      </pc:sldChg>
      <pc:sldChg chg="addSp delSp modSp add mod ord">
        <pc:chgData name="Daniel Felipe Romero Bernal" userId="d29dba75d7369b69" providerId="LiveId" clId="{70FAA72E-2BE9-AB49-BB5A-3C313F69D1A2}" dt="2025-08-13T15:24:46.215" v="1096"/>
        <pc:sldMkLst>
          <pc:docMk/>
          <pc:sldMk cId="3177378534" sldId="277"/>
        </pc:sldMkLst>
      </pc:sldChg>
      <pc:sldChg chg="addSp delSp modSp add mod">
        <pc:chgData name="Daniel Felipe Romero Bernal" userId="d29dba75d7369b69" providerId="LiveId" clId="{70FAA72E-2BE9-AB49-BB5A-3C313F69D1A2}" dt="2025-08-13T16:14:04.488" v="1284" actId="1076"/>
        <pc:sldMkLst>
          <pc:docMk/>
          <pc:sldMk cId="228552020" sldId="278"/>
        </pc:sldMkLst>
      </pc:sldChg>
      <pc:sldChg chg="addSp delSp modSp add mod ord">
        <pc:chgData name="Daniel Felipe Romero Bernal" userId="d29dba75d7369b69" providerId="LiveId" clId="{70FAA72E-2BE9-AB49-BB5A-3C313F69D1A2}" dt="2025-08-13T16:20:43.778" v="1369" actId="1076"/>
        <pc:sldMkLst>
          <pc:docMk/>
          <pc:sldMk cId="2705139327" sldId="279"/>
        </pc:sldMkLst>
      </pc:sldChg>
      <pc:sldChg chg="addSp delSp modSp add mod">
        <pc:chgData name="Daniel Felipe Romero Bernal" userId="d29dba75d7369b69" providerId="LiveId" clId="{70FAA72E-2BE9-AB49-BB5A-3C313F69D1A2}" dt="2025-08-13T16:23:24.828" v="1414" actId="1076"/>
        <pc:sldMkLst>
          <pc:docMk/>
          <pc:sldMk cId="1029666381" sldId="280"/>
        </pc:sldMkLst>
      </pc:sldChg>
      <pc:sldChg chg="addSp delSp modSp add mod">
        <pc:chgData name="Daniel Felipe Romero Bernal" userId="d29dba75d7369b69" providerId="LiveId" clId="{70FAA72E-2BE9-AB49-BB5A-3C313F69D1A2}" dt="2025-08-13T18:10:17.015" v="1485" actId="1076"/>
        <pc:sldMkLst>
          <pc:docMk/>
          <pc:sldMk cId="3158968531" sldId="281"/>
        </pc:sldMkLst>
      </pc:sldChg>
      <pc:sldChg chg="add ord">
        <pc:chgData name="Daniel Felipe Romero Bernal" userId="d29dba75d7369b69" providerId="LiveId" clId="{70FAA72E-2BE9-AB49-BB5A-3C313F69D1A2}" dt="2025-08-13T03:59:02.809" v="972" actId="20578"/>
        <pc:sldMkLst>
          <pc:docMk/>
          <pc:sldMk cId="1275228675" sldId="282"/>
        </pc:sldMkLst>
      </pc:sldChg>
      <pc:sldChg chg="modSp add mod ord">
        <pc:chgData name="Daniel Felipe Romero Bernal" userId="d29dba75d7369b69" providerId="LiveId" clId="{70FAA72E-2BE9-AB49-BB5A-3C313F69D1A2}" dt="2025-08-13T03:56:04.377" v="780" actId="20577"/>
        <pc:sldMkLst>
          <pc:docMk/>
          <pc:sldMk cId="2928203998" sldId="283"/>
        </pc:sldMkLst>
      </pc:sldChg>
      <pc:sldChg chg="addSp delSp modSp add mod ord">
        <pc:chgData name="Daniel Felipe Romero Bernal" userId="d29dba75d7369b69" providerId="LiveId" clId="{70FAA72E-2BE9-AB49-BB5A-3C313F69D1A2}" dt="2025-08-15T00:50:27.842" v="1505" actId="1076"/>
        <pc:sldMkLst>
          <pc:docMk/>
          <pc:sldMk cId="561616051" sldId="284"/>
        </pc:sldMkLst>
      </pc:sldChg>
      <pc:sldChg chg="addSp delSp modSp add mod">
        <pc:chgData name="Daniel Felipe Romero Bernal" userId="d29dba75d7369b69" providerId="LiveId" clId="{70FAA72E-2BE9-AB49-BB5A-3C313F69D1A2}" dt="2025-08-15T01:06:45.969" v="1584" actId="404"/>
        <pc:sldMkLst>
          <pc:docMk/>
          <pc:sldMk cId="3043739049" sldId="285"/>
        </pc:sldMkLst>
      </pc:sldChg>
      <pc:sldChg chg="addSp delSp modSp add mod">
        <pc:chgData name="Daniel Felipe Romero Bernal" userId="d29dba75d7369b69" providerId="LiveId" clId="{70FAA72E-2BE9-AB49-BB5A-3C313F69D1A2}" dt="2025-08-15T02:27:49.198" v="2200" actId="1076"/>
        <pc:sldMkLst>
          <pc:docMk/>
          <pc:sldMk cId="107177273" sldId="286"/>
        </pc:sldMkLst>
      </pc:sldChg>
      <pc:sldChg chg="addSp delSp modSp add mod ord">
        <pc:chgData name="Daniel Felipe Romero Bernal" userId="d29dba75d7369b69" providerId="LiveId" clId="{70FAA72E-2BE9-AB49-BB5A-3C313F69D1A2}" dt="2025-08-15T01:18:20.797" v="1824" actId="20577"/>
        <pc:sldMkLst>
          <pc:docMk/>
          <pc:sldMk cId="36388129" sldId="287"/>
        </pc:sldMkLst>
      </pc:sldChg>
      <pc:sldChg chg="modSp add del mod">
        <pc:chgData name="Daniel Felipe Romero Bernal" userId="d29dba75d7369b69" providerId="LiveId" clId="{70FAA72E-2BE9-AB49-BB5A-3C313F69D1A2}" dt="2025-08-15T02:13:56.649" v="1833" actId="2696"/>
        <pc:sldMkLst>
          <pc:docMk/>
          <pc:sldMk cId="3020051199" sldId="288"/>
        </pc:sldMkLst>
      </pc:sldChg>
      <pc:sldChg chg="delSp modSp add mod ord">
        <pc:chgData name="Daniel Felipe Romero Bernal" userId="d29dba75d7369b69" providerId="LiveId" clId="{70FAA72E-2BE9-AB49-BB5A-3C313F69D1A2}" dt="2025-08-15T02:21:33.442" v="2149" actId="478"/>
        <pc:sldMkLst>
          <pc:docMk/>
          <pc:sldMk cId="565648680" sldId="289"/>
        </pc:sldMkLst>
      </pc:sldChg>
      <pc:sldChg chg="modSp add del mod">
        <pc:chgData name="Daniel Felipe Romero Bernal" userId="d29dba75d7369b69" providerId="LiveId" clId="{70FAA72E-2BE9-AB49-BB5A-3C313F69D1A2}" dt="2025-08-15T01:20:44.096" v="1828" actId="2696"/>
        <pc:sldMkLst>
          <pc:docMk/>
          <pc:sldMk cId="1777266969" sldId="290"/>
        </pc:sldMkLst>
      </pc:sldChg>
      <pc:sldChg chg="modSp add mod">
        <pc:chgData name="Daniel Felipe Romero Bernal" userId="d29dba75d7369b69" providerId="LiveId" clId="{70FAA72E-2BE9-AB49-BB5A-3C313F69D1A2}" dt="2025-08-15T02:12:15.030" v="1832" actId="14826"/>
        <pc:sldMkLst>
          <pc:docMk/>
          <pc:sldMk cId="2168413651" sldId="291"/>
        </pc:sldMkLst>
      </pc:sldChg>
      <pc:sldChg chg="addSp delSp modSp add mod ord modAnim">
        <pc:chgData name="Daniel Felipe Romero Bernal" userId="d29dba75d7369b69" providerId="LiveId" clId="{70FAA72E-2BE9-AB49-BB5A-3C313F69D1A2}" dt="2025-08-13T16:13:17.352" v="1265" actId="20578"/>
        <pc:sldMkLst>
          <pc:docMk/>
          <pc:sldMk cId="2574794291" sldId="292"/>
        </pc:sldMkLst>
      </pc:sldChg>
      <pc:sldChg chg="addSp delSp modSp add mod">
        <pc:chgData name="Daniel Felipe Romero Bernal" userId="d29dba75d7369b69" providerId="LiveId" clId="{70FAA72E-2BE9-AB49-BB5A-3C313F69D1A2}" dt="2025-08-13T16:16:15.163" v="1335" actId="1076"/>
        <pc:sldMkLst>
          <pc:docMk/>
          <pc:sldMk cId="2152772290" sldId="293"/>
        </pc:sldMkLst>
      </pc:sldChg>
      <pc:sldChg chg="addSp delSp modSp add mod">
        <pc:chgData name="Daniel Felipe Romero Bernal" userId="d29dba75d7369b69" providerId="LiveId" clId="{70FAA72E-2BE9-AB49-BB5A-3C313F69D1A2}" dt="2025-08-13T16:28:09.530" v="1471" actId="1076"/>
        <pc:sldMkLst>
          <pc:docMk/>
          <pc:sldMk cId="2322458588" sldId="294"/>
        </pc:sldMkLst>
      </pc:sldChg>
      <pc:sldChg chg="delSp modSp add mod">
        <pc:chgData name="Daniel Felipe Romero Bernal" userId="d29dba75d7369b69" providerId="LiveId" clId="{70FAA72E-2BE9-AB49-BB5A-3C313F69D1A2}" dt="2025-08-15T01:09:20.850" v="1596" actId="1076"/>
        <pc:sldMkLst>
          <pc:docMk/>
          <pc:sldMk cId="2610712668" sldId="295"/>
        </pc:sldMkLst>
      </pc:sldChg>
      <pc:sldChg chg="delSp modSp add mod ord">
        <pc:chgData name="Daniel Felipe Romero Bernal" userId="d29dba75d7369b69" providerId="LiveId" clId="{70FAA72E-2BE9-AB49-BB5A-3C313F69D1A2}" dt="2025-08-15T02:17:11.442" v="2076" actId="20577"/>
        <pc:sldMkLst>
          <pc:docMk/>
          <pc:sldMk cId="1709768034" sldId="296"/>
        </pc:sldMkLst>
      </pc:sldChg>
      <pc:sldChg chg="add del">
        <pc:chgData name="Daniel Felipe Romero Bernal" userId="d29dba75d7369b69" providerId="LiveId" clId="{70FAA72E-2BE9-AB49-BB5A-3C313F69D1A2}" dt="2025-08-15T02:22:20.306" v="2153" actId="2696"/>
        <pc:sldMkLst>
          <pc:docMk/>
          <pc:sldMk cId="1580452668" sldId="297"/>
        </pc:sldMkLst>
      </pc:sldChg>
      <pc:sldChg chg="add">
        <pc:chgData name="Daniel Felipe Romero Bernal" userId="d29dba75d7369b69" providerId="LiveId" clId="{70FAA72E-2BE9-AB49-BB5A-3C313F69D1A2}" dt="2025-08-15T02:14:12.993" v="1834" actId="2890"/>
        <pc:sldMkLst>
          <pc:docMk/>
          <pc:sldMk cId="3242424826" sldId="298"/>
        </pc:sldMkLst>
      </pc:sldChg>
      <pc:sldChg chg="addSp delSp modSp add mod">
        <pc:chgData name="Daniel Felipe Romero Bernal" userId="d29dba75d7369b69" providerId="LiveId" clId="{70FAA72E-2BE9-AB49-BB5A-3C313F69D1A2}" dt="2025-08-15T02:19:10.382" v="2106" actId="14100"/>
        <pc:sldMkLst>
          <pc:docMk/>
          <pc:sldMk cId="3040524160" sldId="299"/>
        </pc:sldMkLst>
      </pc:sldChg>
      <pc:sldChg chg="modSp add mod modAnim">
        <pc:chgData name="Daniel Felipe Romero Bernal" userId="d29dba75d7369b69" providerId="LiveId" clId="{70FAA72E-2BE9-AB49-BB5A-3C313F69D1A2}" dt="2025-08-15T16:02:13.031" v="2709"/>
        <pc:sldMkLst>
          <pc:docMk/>
          <pc:sldMk cId="1736127193" sldId="300"/>
        </pc:sldMkLst>
      </pc:sldChg>
      <pc:sldChg chg="addSp delSp modSp add mod">
        <pc:chgData name="Daniel Felipe Romero Bernal" userId="d29dba75d7369b69" providerId="LiveId" clId="{70FAA72E-2BE9-AB49-BB5A-3C313F69D1A2}" dt="2025-08-15T02:53:44.013" v="2250" actId="1076"/>
        <pc:sldMkLst>
          <pc:docMk/>
          <pc:sldMk cId="334211933" sldId="301"/>
        </pc:sldMkLst>
      </pc:sldChg>
      <pc:sldChg chg="add del ord">
        <pc:chgData name="Daniel Felipe Romero Bernal" userId="d29dba75d7369b69" providerId="LiveId" clId="{70FAA72E-2BE9-AB49-BB5A-3C313F69D1A2}" dt="2025-08-15T02:24:41.506" v="2156" actId="2696"/>
        <pc:sldMkLst>
          <pc:docMk/>
          <pc:sldMk cId="2847922825" sldId="301"/>
        </pc:sldMkLst>
      </pc:sldChg>
      <pc:sldChg chg="addSp delSp modSp add mod ord">
        <pc:chgData name="Daniel Felipe Romero Bernal" userId="d29dba75d7369b69" providerId="LiveId" clId="{70FAA72E-2BE9-AB49-BB5A-3C313F69D1A2}" dt="2025-08-15T03:11:22.456" v="2460" actId="1076"/>
        <pc:sldMkLst>
          <pc:docMk/>
          <pc:sldMk cId="1963878956" sldId="302"/>
        </pc:sldMkLst>
      </pc:sldChg>
      <pc:sldChg chg="addSp delSp modSp add mod delAnim">
        <pc:chgData name="Daniel Felipe Romero Bernal" userId="d29dba75d7369b69" providerId="LiveId" clId="{70FAA72E-2BE9-AB49-BB5A-3C313F69D1A2}" dt="2025-08-15T18:46:53.319" v="2756" actId="20577"/>
        <pc:sldMkLst>
          <pc:docMk/>
          <pc:sldMk cId="945694737" sldId="303"/>
        </pc:sldMkLst>
      </pc:sldChg>
    </pc:docChg>
  </pc:docChgLst>
  <pc:docChgLst>
    <pc:chgData name="Daniel Felipe Romero Bernal" userId="d29dba75d7369b69" providerId="LiveId" clId="{97EB07FD-C7FA-B547-8FDB-882C2EE3028D}"/>
    <pc:docChg chg="delSld">
      <pc:chgData name="Daniel Felipe Romero Bernal" userId="d29dba75d7369b69" providerId="LiveId" clId="{97EB07FD-C7FA-B547-8FDB-882C2EE3028D}" dt="2025-08-15T20:32:21.030" v="18" actId="2696"/>
      <pc:docMkLst>
        <pc:docMk/>
      </pc:docMkLst>
      <pc:sldChg chg="del">
        <pc:chgData name="Daniel Felipe Romero Bernal" userId="d29dba75d7369b69" providerId="LiveId" clId="{97EB07FD-C7FA-B547-8FDB-882C2EE3028D}" dt="2025-08-15T20:32:20.948" v="3" actId="2696"/>
        <pc:sldMkLst>
          <pc:docMk/>
          <pc:sldMk cId="0" sldId="257"/>
        </pc:sldMkLst>
      </pc:sldChg>
      <pc:sldChg chg="del">
        <pc:chgData name="Daniel Felipe Romero Bernal" userId="d29dba75d7369b69" providerId="LiveId" clId="{97EB07FD-C7FA-B547-8FDB-882C2EE3028D}" dt="2025-08-15T20:32:21.011" v="12" actId="2696"/>
        <pc:sldMkLst>
          <pc:docMk/>
          <pc:sldMk cId="2756890861" sldId="268"/>
        </pc:sldMkLst>
      </pc:sldChg>
      <pc:sldChg chg="del">
        <pc:chgData name="Daniel Felipe Romero Bernal" userId="d29dba75d7369b69" providerId="LiveId" clId="{97EB07FD-C7FA-B547-8FDB-882C2EE3028D}" dt="2025-08-15T20:32:20.918" v="0" actId="2696"/>
        <pc:sldMkLst>
          <pc:docMk/>
          <pc:sldMk cId="465206339" sldId="269"/>
        </pc:sldMkLst>
      </pc:sldChg>
      <pc:sldChg chg="del">
        <pc:chgData name="Daniel Felipe Romero Bernal" userId="d29dba75d7369b69" providerId="LiveId" clId="{97EB07FD-C7FA-B547-8FDB-882C2EE3028D}" dt="2025-08-15T20:32:20.944" v="2" actId="2696"/>
        <pc:sldMkLst>
          <pc:docMk/>
          <pc:sldMk cId="1948719481" sldId="270"/>
        </pc:sldMkLst>
      </pc:sldChg>
      <pc:sldChg chg="del">
        <pc:chgData name="Daniel Felipe Romero Bernal" userId="d29dba75d7369b69" providerId="LiveId" clId="{97EB07FD-C7FA-B547-8FDB-882C2EE3028D}" dt="2025-08-15T20:32:21.028" v="17" actId="2696"/>
        <pc:sldMkLst>
          <pc:docMk/>
          <pc:sldMk cId="3790849077" sldId="272"/>
        </pc:sldMkLst>
      </pc:sldChg>
      <pc:sldChg chg="del">
        <pc:chgData name="Daniel Felipe Romero Bernal" userId="d29dba75d7369b69" providerId="LiveId" clId="{97EB07FD-C7FA-B547-8FDB-882C2EE3028D}" dt="2025-08-15T20:32:20.932" v="1" actId="2696"/>
        <pc:sldMkLst>
          <pc:docMk/>
          <pc:sldMk cId="797907007" sldId="273"/>
        </pc:sldMkLst>
      </pc:sldChg>
      <pc:sldChg chg="del">
        <pc:chgData name="Daniel Felipe Romero Bernal" userId="d29dba75d7369b69" providerId="LiveId" clId="{97EB07FD-C7FA-B547-8FDB-882C2EE3028D}" dt="2025-08-15T20:32:20.952" v="4" actId="2696"/>
        <pc:sldMkLst>
          <pc:docMk/>
          <pc:sldMk cId="1275228675" sldId="282"/>
        </pc:sldMkLst>
      </pc:sldChg>
      <pc:sldChg chg="del">
        <pc:chgData name="Daniel Felipe Romero Bernal" userId="d29dba75d7369b69" providerId="LiveId" clId="{97EB07FD-C7FA-B547-8FDB-882C2EE3028D}" dt="2025-08-15T20:32:21.030" v="18" actId="2696"/>
        <pc:sldMkLst>
          <pc:docMk/>
          <pc:sldMk cId="2928203998" sldId="283"/>
        </pc:sldMkLst>
      </pc:sldChg>
      <pc:sldChg chg="del">
        <pc:chgData name="Daniel Felipe Romero Bernal" userId="d29dba75d7369b69" providerId="LiveId" clId="{97EB07FD-C7FA-B547-8FDB-882C2EE3028D}" dt="2025-08-15T20:32:21.026" v="16" actId="2696"/>
        <pc:sldMkLst>
          <pc:docMk/>
          <pc:sldMk cId="561616051" sldId="284"/>
        </pc:sldMkLst>
      </pc:sldChg>
      <pc:sldChg chg="del">
        <pc:chgData name="Daniel Felipe Romero Bernal" userId="d29dba75d7369b69" providerId="LiveId" clId="{97EB07FD-C7FA-B547-8FDB-882C2EE3028D}" dt="2025-08-15T20:32:21.023" v="15" actId="2696"/>
        <pc:sldMkLst>
          <pc:docMk/>
          <pc:sldMk cId="3043739049" sldId="285"/>
        </pc:sldMkLst>
      </pc:sldChg>
      <pc:sldChg chg="del">
        <pc:chgData name="Daniel Felipe Romero Bernal" userId="d29dba75d7369b69" providerId="LiveId" clId="{97EB07FD-C7FA-B547-8FDB-882C2EE3028D}" dt="2025-08-15T20:32:21.014" v="13" actId="2696"/>
        <pc:sldMkLst>
          <pc:docMk/>
          <pc:sldMk cId="107177273" sldId="286"/>
        </pc:sldMkLst>
      </pc:sldChg>
      <pc:sldChg chg="del">
        <pc:chgData name="Daniel Felipe Romero Bernal" userId="d29dba75d7369b69" providerId="LiveId" clId="{97EB07FD-C7FA-B547-8FDB-882C2EE3028D}" dt="2025-08-15T20:32:21.009" v="11" actId="2696"/>
        <pc:sldMkLst>
          <pc:docMk/>
          <pc:sldMk cId="36388129" sldId="287"/>
        </pc:sldMkLst>
      </pc:sldChg>
      <pc:sldChg chg="del">
        <pc:chgData name="Daniel Felipe Romero Bernal" userId="d29dba75d7369b69" providerId="LiveId" clId="{97EB07FD-C7FA-B547-8FDB-882C2EE3028D}" dt="2025-08-15T20:32:20.959" v="5" actId="2696"/>
        <pc:sldMkLst>
          <pc:docMk/>
          <pc:sldMk cId="565648680" sldId="289"/>
        </pc:sldMkLst>
      </pc:sldChg>
      <pc:sldChg chg="del">
        <pc:chgData name="Daniel Felipe Romero Bernal" userId="d29dba75d7369b69" providerId="LiveId" clId="{97EB07FD-C7FA-B547-8FDB-882C2EE3028D}" dt="2025-08-15T20:32:21.018" v="14" actId="2696"/>
        <pc:sldMkLst>
          <pc:docMk/>
          <pc:sldMk cId="2610712668" sldId="295"/>
        </pc:sldMkLst>
      </pc:sldChg>
      <pc:sldChg chg="del">
        <pc:chgData name="Daniel Felipe Romero Bernal" userId="d29dba75d7369b69" providerId="LiveId" clId="{97EB07FD-C7FA-B547-8FDB-882C2EE3028D}" dt="2025-08-15T20:32:21.006" v="10" actId="2696"/>
        <pc:sldMkLst>
          <pc:docMk/>
          <pc:sldMk cId="1709768034" sldId="296"/>
        </pc:sldMkLst>
      </pc:sldChg>
      <pc:sldChg chg="del">
        <pc:chgData name="Daniel Felipe Romero Bernal" userId="d29dba75d7369b69" providerId="LiveId" clId="{97EB07FD-C7FA-B547-8FDB-882C2EE3028D}" dt="2025-08-15T20:32:20.971" v="6" actId="2696"/>
        <pc:sldMkLst>
          <pc:docMk/>
          <pc:sldMk cId="3242424826" sldId="298"/>
        </pc:sldMkLst>
      </pc:sldChg>
      <pc:sldChg chg="del">
        <pc:chgData name="Daniel Felipe Romero Bernal" userId="d29dba75d7369b69" providerId="LiveId" clId="{97EB07FD-C7FA-B547-8FDB-882C2EE3028D}" dt="2025-08-15T20:32:21.001" v="9" actId="2696"/>
        <pc:sldMkLst>
          <pc:docMk/>
          <pc:sldMk cId="3040524160" sldId="299"/>
        </pc:sldMkLst>
      </pc:sldChg>
      <pc:sldChg chg="del">
        <pc:chgData name="Daniel Felipe Romero Bernal" userId="d29dba75d7369b69" providerId="LiveId" clId="{97EB07FD-C7FA-B547-8FDB-882C2EE3028D}" dt="2025-08-15T20:32:20.993" v="8" actId="2696"/>
        <pc:sldMkLst>
          <pc:docMk/>
          <pc:sldMk cId="1736127193" sldId="300"/>
        </pc:sldMkLst>
      </pc:sldChg>
      <pc:sldChg chg="del">
        <pc:chgData name="Daniel Felipe Romero Bernal" userId="d29dba75d7369b69" providerId="LiveId" clId="{97EB07FD-C7FA-B547-8FDB-882C2EE3028D}" dt="2025-08-15T20:32:20.986" v="7" actId="2696"/>
        <pc:sldMkLst>
          <pc:docMk/>
          <pc:sldMk cId="1963878956" sldId="30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389561A-75C5-A438-9BB0-84BEB3E26B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86650" cy="113549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65D3CD9-9E57-2C2E-1EDA-73EB997156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484" y="0"/>
            <a:ext cx="13134616" cy="274517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263857B-7F5B-147A-E9FA-539F65C25D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8612" y="1158875"/>
            <a:ext cx="10218978" cy="96240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C4688C-435E-AA60-7F63-BBA53F17804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2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894951" y="0"/>
            <a:ext cx="14209394" cy="11308715"/>
          </a:xfrm>
          <a:custGeom>
            <a:avLst/>
            <a:gdLst/>
            <a:ahLst/>
            <a:cxnLst/>
            <a:rect l="l" t="t" r="r" b="b"/>
            <a:pathLst>
              <a:path w="14209394" h="11308715">
                <a:moveTo>
                  <a:pt x="14209148" y="0"/>
                </a:moveTo>
                <a:lnTo>
                  <a:pt x="0" y="0"/>
                </a:lnTo>
                <a:lnTo>
                  <a:pt x="0" y="11308556"/>
                </a:lnTo>
                <a:lnTo>
                  <a:pt x="14209148" y="11308556"/>
                </a:lnTo>
                <a:lnTo>
                  <a:pt x="14209148" y="0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91930B7-9C38-5C2D-663B-E2625F67AC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308715" cy="11308715"/>
          </a:xfrm>
          <a:custGeom>
            <a:avLst/>
            <a:gdLst/>
            <a:ahLst/>
            <a:cxnLst/>
            <a:rect l="l" t="t" r="r" b="b"/>
            <a:pathLst>
              <a:path w="11308715" h="11308715">
                <a:moveTo>
                  <a:pt x="11308556" y="0"/>
                </a:moveTo>
                <a:lnTo>
                  <a:pt x="0" y="0"/>
                </a:lnTo>
                <a:lnTo>
                  <a:pt x="0" y="11308556"/>
                </a:lnTo>
                <a:lnTo>
                  <a:pt x="11308556" y="11308556"/>
                </a:lnTo>
                <a:lnTo>
                  <a:pt x="11308556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8F4E27-A30C-9E6F-A950-F3C285D35B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5FBBFD-8B9D-A60D-32EE-0466FF9D066A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8C968B-6900-E09C-728E-6CF848948DE2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9B4F45-D38D-274D-5546-722F82FC6E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EF2B4810-D27F-08E0-675B-A5D389A65BDF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BA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74F20A5-52F5-4DD4-9770-8E43C3C71DA3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3387D5-A49A-1FBF-34B1-4BE90F9FC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B181B7-B39F-29DC-B535-9E0FF177020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D3C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405629-822C-F927-24BD-4A62DDF405D5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91B221-6367-4694-A4D3-D53A7B0011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15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EF966DF-49B0-7B68-7000-BF5DF1EE111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1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B042B35-C874-136A-B17C-304D839CDE28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C070EC6-3944-52FF-4319-00DC2B30E0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3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C4DA55D-CD36-3DC2-26D0-8CF0B0D983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" y="-23812"/>
            <a:ext cx="20099397" cy="183197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2A436CE-D75D-AEE7-F474-1353DD2234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33D1988-090B-3CAF-D4B8-F1993D5745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0806747"/>
            <a:ext cx="20104100" cy="50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7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5B2940-E47F-E285-A95F-0F8473646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97"/>
            <a:ext cx="20347521" cy="1144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38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70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282AB-9153-EE65-26F1-C86C95664868}"/>
              </a:ext>
            </a:extLst>
          </p:cNvPr>
          <p:cNvSpPr txBox="1"/>
          <p:nvPr/>
        </p:nvSpPr>
        <p:spPr>
          <a:xfrm>
            <a:off x="4756150" y="3902075"/>
            <a:ext cx="10591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O" sz="6600" b="1" dirty="0">
                <a:latin typeface="Arial" panose="020B0604020202020204" pitchFamily="34" charset="0"/>
                <a:cs typeface="Arial" panose="020B0604020202020204" pitchFamily="34" charset="0"/>
              </a:rPr>
              <a:t>Fundamentos de BI e ingesta de datos</a:t>
            </a:r>
          </a:p>
        </p:txBody>
      </p:sp>
    </p:spTree>
    <p:extLst>
      <p:ext uri="{BB962C8B-B14F-4D97-AF65-F5344CB8AC3E}">
        <p14:creationId xmlns:p14="http://schemas.microsoft.com/office/powerpoint/2010/main" val="94884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A9EABBB6-1BAA-092E-221B-0D659A80290B}"/>
              </a:ext>
            </a:extLst>
          </p:cNvPr>
          <p:cNvSpPr txBox="1"/>
          <p:nvPr/>
        </p:nvSpPr>
        <p:spPr>
          <a:xfrm>
            <a:off x="2853326" y="2104470"/>
            <a:ext cx="4897120" cy="5282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4500" spc="-25" dirty="0">
                <a:latin typeface="Arial"/>
                <a:cs typeface="Arial"/>
              </a:rPr>
              <a:t>01</a:t>
            </a:r>
            <a:endParaRPr sz="34500" dirty="0">
              <a:latin typeface="Arial"/>
              <a:cs typeface="Arial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8217E5C9-FD7C-E228-E4EC-B645A7BA76D0}"/>
              </a:ext>
            </a:extLst>
          </p:cNvPr>
          <p:cNvSpPr/>
          <p:nvPr/>
        </p:nvSpPr>
        <p:spPr>
          <a:xfrm>
            <a:off x="7995133" y="3379638"/>
            <a:ext cx="0" cy="3118485"/>
          </a:xfrm>
          <a:custGeom>
            <a:avLst/>
            <a:gdLst/>
            <a:ahLst/>
            <a:cxnLst/>
            <a:rect l="l" t="t" r="r" b="b"/>
            <a:pathLst>
              <a:path h="3118485">
                <a:moveTo>
                  <a:pt x="0" y="0"/>
                </a:moveTo>
                <a:lnTo>
                  <a:pt x="0" y="3118009"/>
                </a:lnTo>
              </a:path>
            </a:pathLst>
          </a:custGeom>
          <a:ln w="41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A4F0EA90-1697-1ADA-F39A-44070E2890B5}"/>
              </a:ext>
            </a:extLst>
          </p:cNvPr>
          <p:cNvSpPr txBox="1">
            <a:spLocks/>
          </p:cNvSpPr>
          <p:nvPr/>
        </p:nvSpPr>
        <p:spPr>
          <a:xfrm>
            <a:off x="8343994" y="3289548"/>
            <a:ext cx="8108849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Panorama general de Business </a:t>
            </a:r>
            <a:r>
              <a:rPr lang="es-CO" sz="4950" b="1" spc="-10" dirty="0" err="1">
                <a:latin typeface="Arial"/>
                <a:cs typeface="Arial"/>
              </a:rPr>
              <a:t>Intelligence</a:t>
            </a:r>
            <a:endParaRPr lang="es-CO" sz="49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2165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2F4AF-CD1C-6B02-12E0-1EE862FA5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612246A1-88D9-C67B-B41F-E58FBA6788E6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OLAP vs OLTP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D11CDD2D-F508-F451-9545-26E1B8FF7FC3}"/>
              </a:ext>
            </a:extLst>
          </p:cNvPr>
          <p:cNvSpPr txBox="1"/>
          <p:nvPr/>
        </p:nvSpPr>
        <p:spPr>
          <a:xfrm>
            <a:off x="1013124" y="3949614"/>
            <a:ext cx="7210126" cy="614418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n-US" sz="3600" b="1" dirty="0"/>
              <a:t>OLAP</a:t>
            </a:r>
            <a:r>
              <a:rPr lang="en-US" sz="3600" dirty="0"/>
              <a:t> </a:t>
            </a:r>
            <a:r>
              <a:rPr lang="en-US" sz="3600" dirty="0" err="1"/>
              <a:t>está</a:t>
            </a:r>
            <a:r>
              <a:rPr lang="en-US" sz="3600" dirty="0"/>
              <a:t> </a:t>
            </a:r>
            <a:r>
              <a:rPr lang="en-US" sz="3600" dirty="0" err="1"/>
              <a:t>diseñada</a:t>
            </a:r>
            <a:r>
              <a:rPr lang="en-US" sz="3600" dirty="0"/>
              <a:t> para </a:t>
            </a:r>
            <a:r>
              <a:rPr lang="en-US" sz="3600" dirty="0" err="1"/>
              <a:t>el</a:t>
            </a:r>
            <a:r>
              <a:rPr lang="en-US" sz="3600" dirty="0"/>
              <a:t> </a:t>
            </a:r>
            <a:r>
              <a:rPr lang="en-US" sz="3600" dirty="0" err="1"/>
              <a:t>análisis</a:t>
            </a:r>
            <a:r>
              <a:rPr lang="en-US" sz="3600" dirty="0"/>
              <a:t> multidimensional de </a:t>
            </a:r>
            <a:r>
              <a:rPr lang="en-US" sz="3600" dirty="0" err="1"/>
              <a:t>los</a:t>
            </a:r>
            <a:r>
              <a:rPr lang="en-US" sz="3600" dirty="0"/>
              <a:t> </a:t>
            </a:r>
            <a:r>
              <a:rPr lang="en-US" sz="3600" dirty="0" err="1"/>
              <a:t>datos</a:t>
            </a:r>
            <a:r>
              <a:rPr lang="en-US" sz="3600" dirty="0"/>
              <a:t> de un </a:t>
            </a:r>
            <a:r>
              <a:rPr lang="en-US" sz="3600" dirty="0" err="1"/>
              <a:t>almacén</a:t>
            </a:r>
            <a:r>
              <a:rPr lang="en-US" sz="3600" dirty="0"/>
              <a:t> de </a:t>
            </a:r>
            <a:r>
              <a:rPr lang="en-US" sz="3600" dirty="0" err="1"/>
              <a:t>datos</a:t>
            </a:r>
            <a:r>
              <a:rPr lang="en-US" sz="3600" dirty="0"/>
              <a:t>, que </a:t>
            </a:r>
            <a:r>
              <a:rPr lang="en-US" sz="3600" dirty="0" err="1"/>
              <a:t>contiene</a:t>
            </a:r>
            <a:r>
              <a:rPr lang="en-US" sz="3600" dirty="0"/>
              <a:t> tanto </a:t>
            </a:r>
            <a:r>
              <a:rPr lang="en-US" sz="3600" dirty="0" err="1"/>
              <a:t>datos</a:t>
            </a:r>
            <a:r>
              <a:rPr lang="en-US" sz="3600" dirty="0"/>
              <a:t> </a:t>
            </a:r>
            <a:r>
              <a:rPr lang="en-US" sz="3600" dirty="0" err="1"/>
              <a:t>transaccionales</a:t>
            </a:r>
            <a:r>
              <a:rPr lang="en-US" sz="3600" dirty="0"/>
              <a:t> </a:t>
            </a:r>
            <a:r>
              <a:rPr lang="en-US" sz="3600" dirty="0" err="1"/>
              <a:t>como</a:t>
            </a:r>
            <a:r>
              <a:rPr lang="en-US" sz="3600" dirty="0"/>
              <a:t> </a:t>
            </a:r>
            <a:r>
              <a:rPr lang="en-US" sz="3600" dirty="0" err="1"/>
              <a:t>históricos</a:t>
            </a:r>
            <a:r>
              <a:rPr lang="en-US" sz="3600" dirty="0"/>
              <a:t>.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n-US" sz="3600" b="1" dirty="0"/>
              <a:t>OLTP</a:t>
            </a:r>
            <a:r>
              <a:rPr lang="en-US" sz="3600" dirty="0"/>
              <a:t> </a:t>
            </a:r>
            <a:r>
              <a:rPr lang="en-US" sz="3600" dirty="0" err="1"/>
              <a:t>está</a:t>
            </a:r>
            <a:r>
              <a:rPr lang="en-US" sz="3600" dirty="0"/>
              <a:t> </a:t>
            </a:r>
            <a:r>
              <a:rPr lang="en-US" sz="3600" dirty="0" err="1"/>
              <a:t>diseñado</a:t>
            </a:r>
            <a:r>
              <a:rPr lang="en-US" sz="3600" dirty="0"/>
              <a:t> para </a:t>
            </a:r>
            <a:r>
              <a:rPr lang="en-US" sz="3600" dirty="0" err="1"/>
              <a:t>dar</a:t>
            </a:r>
            <a:r>
              <a:rPr lang="en-US" sz="3600" dirty="0"/>
              <a:t> </a:t>
            </a:r>
            <a:r>
              <a:rPr lang="en-US" sz="3600" dirty="0" err="1"/>
              <a:t>soporte</a:t>
            </a:r>
            <a:r>
              <a:rPr lang="en-US" sz="3600" dirty="0"/>
              <a:t> a </a:t>
            </a:r>
            <a:r>
              <a:rPr lang="en-US" sz="3600" dirty="0" err="1"/>
              <a:t>aplicaciones</a:t>
            </a:r>
            <a:r>
              <a:rPr lang="en-US" sz="3600" dirty="0"/>
              <a:t> </a:t>
            </a:r>
            <a:r>
              <a:rPr lang="en-US" sz="3600" dirty="0" err="1"/>
              <a:t>orientadas</a:t>
            </a:r>
            <a:r>
              <a:rPr lang="en-US" sz="3600" dirty="0"/>
              <a:t> a </a:t>
            </a:r>
            <a:r>
              <a:rPr lang="en-US" sz="3600" dirty="0" err="1"/>
              <a:t>transacciones</a:t>
            </a:r>
            <a:r>
              <a:rPr lang="en-US" sz="3600" dirty="0"/>
              <a:t>, </a:t>
            </a:r>
            <a:r>
              <a:rPr lang="en-US" sz="3600" dirty="0" err="1"/>
              <a:t>procesando</a:t>
            </a:r>
            <a:r>
              <a:rPr lang="en-US" sz="3600" dirty="0"/>
              <a:t> las </a:t>
            </a:r>
            <a:r>
              <a:rPr lang="en-US" sz="3600" dirty="0" err="1"/>
              <a:t>transacciones</a:t>
            </a:r>
            <a:r>
              <a:rPr lang="en-US" sz="3600" dirty="0"/>
              <a:t> </a:t>
            </a:r>
            <a:r>
              <a:rPr lang="en-US" sz="3600" dirty="0" err="1"/>
              <a:t>recientes</a:t>
            </a:r>
            <a:r>
              <a:rPr lang="en-US" sz="3600" dirty="0"/>
              <a:t> de la forma </a:t>
            </a:r>
            <a:r>
              <a:rPr lang="en-US" sz="3600" dirty="0" err="1"/>
              <a:t>más</a:t>
            </a:r>
            <a:r>
              <a:rPr lang="en-US" sz="3600" dirty="0"/>
              <a:t> </a:t>
            </a:r>
            <a:r>
              <a:rPr lang="en-US" sz="3600" dirty="0" err="1"/>
              <a:t>rápida</a:t>
            </a:r>
            <a:r>
              <a:rPr lang="en-US" sz="3600" dirty="0"/>
              <a:t> y </a:t>
            </a:r>
            <a:r>
              <a:rPr lang="en-US" sz="3600" dirty="0" err="1"/>
              <a:t>precisa</a:t>
            </a:r>
            <a:r>
              <a:rPr lang="en-US" sz="3600" dirty="0"/>
              <a:t> </a:t>
            </a:r>
            <a:r>
              <a:rPr lang="en-US" sz="3600" dirty="0" err="1"/>
              <a:t>posible</a:t>
            </a:r>
            <a:r>
              <a:rPr lang="en-US" sz="3600" dirty="0"/>
              <a:t>.</a:t>
            </a:r>
            <a:endParaRPr sz="3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026" name="Picture 2" descr="OLAP vs OLTP: Differences | Board Infinity">
            <a:extLst>
              <a:ext uri="{FF2B5EF4-FFF2-40B4-BE49-F238E27FC236}">
                <a16:creationId xmlns:a16="http://schemas.microsoft.com/office/drawing/2014/main" id="{D8788F91-F20B-247F-4BA9-CAB4F158E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250" y="3625934"/>
            <a:ext cx="11107488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378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8083F-B744-2317-112E-A8315AA0E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D3581F58-6D6C-4E87-48A6-07698E87D773}"/>
              </a:ext>
            </a:extLst>
          </p:cNvPr>
          <p:cNvSpPr txBox="1">
            <a:spLocks/>
          </p:cNvSpPr>
          <p:nvPr/>
        </p:nvSpPr>
        <p:spPr>
          <a:xfrm>
            <a:off x="994846" y="4968875"/>
            <a:ext cx="4637604" cy="22974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Estructura de una solución de BI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98F5B0E-5AA6-5909-D550-BAA798808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050" y="2225675"/>
            <a:ext cx="6613451" cy="789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B5E650-1C51-3834-FF97-1F3925D392FE}"/>
              </a:ext>
            </a:extLst>
          </p:cNvPr>
          <p:cNvSpPr txBox="1"/>
          <p:nvPr/>
        </p:nvSpPr>
        <p:spPr>
          <a:xfrm>
            <a:off x="13351352" y="6763134"/>
            <a:ext cx="49635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just" rtl="0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El ETL solo carga lo que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necesites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al DW a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nuestra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bodega de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2700" marR="5080" algn="just" rtl="0">
              <a:buNone/>
            </a:pPr>
            <a:r>
              <a:rPr lang="en-US" dirty="0"/>
              <a:t>Pentaho Data Integration, Apache </a:t>
            </a:r>
            <a:r>
              <a:rPr lang="en-US" dirty="0" err="1"/>
              <a:t>NiFi</a:t>
            </a:r>
            <a:r>
              <a:rPr lang="en-US" dirty="0"/>
              <a:t>, Azure Data Factory, Google Cloud Dataflow</a:t>
            </a:r>
            <a:endParaRPr lang="en-US" b="0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A6A3A7-EC8B-B07D-5928-0A4AA8BDC77B}"/>
              </a:ext>
            </a:extLst>
          </p:cNvPr>
          <p:cNvSpPr txBox="1"/>
          <p:nvPr/>
        </p:nvSpPr>
        <p:spPr>
          <a:xfrm>
            <a:off x="13368350" y="4263801"/>
            <a:ext cx="49635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Orientado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consultas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complejas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poca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concurrencia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es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estructurado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y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suele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ser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costoso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Google </a:t>
            </a:r>
            <a:r>
              <a:rPr lang="en-US" dirty="0" err="1"/>
              <a:t>BigQuery</a:t>
            </a:r>
            <a:r>
              <a:rPr lang="en-US" dirty="0"/>
              <a:t>, Microsoft Azure Synapse Analytics, SQL Server ODS, Databricks Delta Lake</a:t>
            </a:r>
            <a:endParaRPr lang="en-CO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FE8610-BF0A-5703-F3FF-C9C2D573025B}"/>
              </a:ext>
            </a:extLst>
          </p:cNvPr>
          <p:cNvSpPr txBox="1"/>
          <p:nvPr/>
        </p:nvSpPr>
        <p:spPr>
          <a:xfrm>
            <a:off x="13368351" y="8946397"/>
            <a:ext cx="49635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just" rtl="0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Origen de la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información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Microsoft Dynamics 365, Salesforce CRM, API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8055FF-D179-3843-6A2B-293DAFC13DD3}"/>
              </a:ext>
            </a:extLst>
          </p:cNvPr>
          <p:cNvSpPr txBox="1"/>
          <p:nvPr/>
        </p:nvSpPr>
        <p:spPr>
          <a:xfrm>
            <a:off x="13368350" y="2454275"/>
            <a:ext cx="49635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Mostrar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información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de forma visual</a:t>
            </a:r>
          </a:p>
          <a:p>
            <a:r>
              <a:rPr lang="en-US" dirty="0"/>
              <a:t>IBM Cognos Analytics, Microsoft Power BI, Qlik Sense, Apache Kylin, KNIME Analytics Platform</a:t>
            </a:r>
            <a:endParaRPr lang="en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849E0D-B45A-DE9D-0275-B10653AFA2BC}"/>
              </a:ext>
            </a:extLst>
          </p:cNvPr>
          <p:cNvSpPr txBox="1"/>
          <p:nvPr/>
        </p:nvSpPr>
        <p:spPr>
          <a:xfrm>
            <a:off x="831850" y="8946397"/>
            <a:ext cx="49635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just" rtl="0">
              <a:buNone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Gestionar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información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los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datos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2700" marR="5080" algn="just" rtl="0">
              <a:buNone/>
            </a:pPr>
            <a:r>
              <a:rPr lang="en-US" dirty="0"/>
              <a:t>Apache Atlas, </a:t>
            </a:r>
            <a:r>
              <a:rPr lang="en-US" dirty="0" err="1"/>
              <a:t>Integrados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otros</a:t>
            </a:r>
            <a:r>
              <a:rPr lang="en-US" dirty="0"/>
              <a:t> software</a:t>
            </a:r>
          </a:p>
        </p:txBody>
      </p:sp>
    </p:spTree>
    <p:extLst>
      <p:ext uri="{BB962C8B-B14F-4D97-AF65-F5344CB8AC3E}">
        <p14:creationId xmlns:p14="http://schemas.microsoft.com/office/powerpoint/2010/main" val="63293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77C1E-B060-18E4-C1C5-33BAB2811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5C35CEBD-15A1-FCAD-8C5E-EA4539F9EAB0}"/>
              </a:ext>
            </a:extLst>
          </p:cNvPr>
          <p:cNvSpPr txBox="1">
            <a:spLocks/>
          </p:cNvSpPr>
          <p:nvPr/>
        </p:nvSpPr>
        <p:spPr>
          <a:xfrm>
            <a:off x="994846" y="4968875"/>
            <a:ext cx="4637604" cy="22974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Estructura de una solución de BI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1026" name="Picture 2" descr="Approaches of data warehouse ">
            <a:extLst>
              <a:ext uri="{FF2B5EF4-FFF2-40B4-BE49-F238E27FC236}">
                <a16:creationId xmlns:a16="http://schemas.microsoft.com/office/drawing/2014/main" id="{55F431ED-0FDD-B1D6-76C4-53E14FE3C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450" y="3063875"/>
            <a:ext cx="13169900" cy="650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7346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44A4C-72BB-B20A-85B1-0A310694D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B2B72F0D-27B5-362F-364E-813F4F24F210}"/>
              </a:ext>
            </a:extLst>
          </p:cNvPr>
          <p:cNvSpPr txBox="1">
            <a:spLocks/>
          </p:cNvSpPr>
          <p:nvPr/>
        </p:nvSpPr>
        <p:spPr>
          <a:xfrm>
            <a:off x="994846" y="2987675"/>
            <a:ext cx="121814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Paradigmas de data </a:t>
            </a:r>
            <a:r>
              <a:rPr lang="es-CO" sz="4950" b="1" spc="-10" dirty="0" err="1">
                <a:latin typeface="Arial"/>
                <a:cs typeface="Arial"/>
              </a:rPr>
              <a:t>warehouse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549E4509-6F05-855A-5BB3-FDE571C6B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015"/>
          <a:stretch>
            <a:fillRect/>
          </a:stretch>
        </p:blipFill>
        <p:spPr bwMode="auto">
          <a:xfrm>
            <a:off x="1085850" y="5045075"/>
            <a:ext cx="8966200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E1C3F7-6ECB-9744-2CC2-FE4879C98C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17"/>
          <a:stretch>
            <a:fillRect/>
          </a:stretch>
        </p:blipFill>
        <p:spPr bwMode="auto">
          <a:xfrm>
            <a:off x="10356850" y="4568825"/>
            <a:ext cx="8966200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5694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A60D9-5E85-DB9F-3334-CF60AFB9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0F4CC08E-FED0-42D8-9701-0FE5ECD7BC58}"/>
              </a:ext>
            </a:extLst>
          </p:cNvPr>
          <p:cNvSpPr txBox="1">
            <a:spLocks/>
          </p:cNvSpPr>
          <p:nvPr/>
        </p:nvSpPr>
        <p:spPr>
          <a:xfrm>
            <a:off x="994846" y="2987675"/>
            <a:ext cx="121814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Paradigmas de data </a:t>
            </a:r>
            <a:r>
              <a:rPr lang="es-CO" sz="4950" b="1" spc="-10" dirty="0" err="1">
                <a:latin typeface="Arial"/>
                <a:cs typeface="Arial"/>
              </a:rPr>
              <a:t>warehouse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2050" name="Picture 2" descr="Kimball e Inmon y el Diseño de Data Warehouses">
            <a:extLst>
              <a:ext uri="{FF2B5EF4-FFF2-40B4-BE49-F238E27FC236}">
                <a16:creationId xmlns:a16="http://schemas.microsoft.com/office/drawing/2014/main" id="{E557DFF6-E0B0-3382-50B4-175ED7C0E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010" y="4829175"/>
            <a:ext cx="13086080" cy="471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951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6E792-9F35-BFDC-3AEB-637D5EB15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306E918C-C805-FA86-7A51-A48D034F1EF1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Cubo OLAP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AF06236A-8EAC-A765-B769-A31393EAC31C}"/>
              </a:ext>
            </a:extLst>
          </p:cNvPr>
          <p:cNvSpPr txBox="1"/>
          <p:nvPr/>
        </p:nvSpPr>
        <p:spPr>
          <a:xfrm>
            <a:off x="1013124" y="3949614"/>
            <a:ext cx="9038926" cy="620830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de </a:t>
            </a: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multidimensional </a:t>
            </a: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basada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matrices que </a:t>
            </a: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permite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procesar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analizar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múltiples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dimensiones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forma </a:t>
            </a: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mucho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rápida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eficaz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base de </a:t>
            </a: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tradicional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endParaRPr lang="en-US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84200" marR="5080" indent="-571500">
              <a:lnSpc>
                <a:spcPct val="100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3600" dirty="0"/>
              <a:t>Slice</a:t>
            </a:r>
          </a:p>
          <a:p>
            <a:pPr marL="584200" marR="5080" indent="-571500">
              <a:lnSpc>
                <a:spcPct val="100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3600" dirty="0"/>
              <a:t>Dice</a:t>
            </a:r>
          </a:p>
          <a:p>
            <a:pPr marL="584200" marR="5080" indent="-571500">
              <a:lnSpc>
                <a:spcPct val="100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3600" dirty="0"/>
              <a:t>Drill-down</a:t>
            </a:r>
          </a:p>
          <a:p>
            <a:pPr marL="584200" marR="5080" indent="-571500">
              <a:lnSpc>
                <a:spcPct val="100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3600"/>
              <a:t>Roll-up</a:t>
            </a:r>
          </a:p>
          <a:p>
            <a:pPr marL="584200" marR="5080" indent="-571500">
              <a:lnSpc>
                <a:spcPct val="100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3600"/>
              <a:t>Pivot</a:t>
            </a:r>
            <a:endParaRPr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EB7D64-B467-C495-42E8-E7ABF482E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" r="41"/>
          <a:stretch/>
        </p:blipFill>
        <p:spPr bwMode="auto">
          <a:xfrm>
            <a:off x="11652250" y="3949614"/>
            <a:ext cx="6113712" cy="560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413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2F8A2-901D-E492-4CF4-3FDDA440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6675FD9B-7A64-ABAE-8EFB-D169F0BFE6FE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Principios y restricciones fundamentales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12AE723-5901-055E-2A58-FFED361B8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850" y="3984249"/>
            <a:ext cx="8300689" cy="61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27E28A-6E65-93A8-E008-33AB3AA38E98}"/>
              </a:ext>
            </a:extLst>
          </p:cNvPr>
          <p:cNvSpPr txBox="1"/>
          <p:nvPr/>
        </p:nvSpPr>
        <p:spPr>
          <a:xfrm>
            <a:off x="10737850" y="4283075"/>
            <a:ext cx="677250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CO" sz="2800" b="1" dirty="0">
                <a:latin typeface="Arial" panose="020B0604020202020204" pitchFamily="34" charset="0"/>
                <a:cs typeface="Arial" panose="020B0604020202020204" pitchFamily="34" charset="0"/>
              </a:rPr>
              <a:t>ses de datos CP: </a:t>
            </a:r>
            <a:r>
              <a:rPr lang="en-CO" sz="2800" dirty="0">
                <a:latin typeface="Arial" panose="020B0604020202020204" pitchFamily="34" charset="0"/>
                <a:cs typeface="Arial" panose="020B0604020202020204" pitchFamily="34" charset="0"/>
              </a:rPr>
              <a:t>Cuando ocurre una partición entre dos nodos, el sistema tiene que cerrar el nodo no coherente hasta resolver la partición.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DD66C9-1BB1-3FD8-BB3C-3E4C392D3FBF}"/>
              </a:ext>
            </a:extLst>
          </p:cNvPr>
          <p:cNvSpPr txBox="1"/>
          <p:nvPr/>
        </p:nvSpPr>
        <p:spPr>
          <a:xfrm>
            <a:off x="10737850" y="6126627"/>
            <a:ext cx="67725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CO" sz="2800" b="1" dirty="0">
                <a:latin typeface="Arial" panose="020B0604020202020204" pitchFamily="34" charset="0"/>
                <a:cs typeface="Arial" panose="020B0604020202020204" pitchFamily="34" charset="0"/>
              </a:rPr>
              <a:t>ses de datos AP: </a:t>
            </a:r>
            <a:r>
              <a:rPr lang="en-CO" sz="2800" dirty="0">
                <a:latin typeface="Arial" panose="020B0604020202020204" pitchFamily="34" charset="0"/>
                <a:cs typeface="Arial" panose="020B0604020202020204" pitchFamily="34" charset="0"/>
              </a:rPr>
              <a:t>Cuando se produce una partición, todos los nodos siguen disponibles, pero los que están en un extremo pueden devolver una versión antigua.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D06B2F-1256-0031-0187-783DAD061A17}"/>
              </a:ext>
            </a:extLst>
          </p:cNvPr>
          <p:cNvSpPr txBox="1"/>
          <p:nvPr/>
        </p:nvSpPr>
        <p:spPr>
          <a:xfrm>
            <a:off x="10737850" y="8432756"/>
            <a:ext cx="67725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CO" sz="2800" b="1" dirty="0">
                <a:latin typeface="Arial" panose="020B0604020202020204" pitchFamily="34" charset="0"/>
                <a:cs typeface="Arial" panose="020B0604020202020204" pitchFamily="34" charset="0"/>
              </a:rPr>
              <a:t>ses de datos CA: </a:t>
            </a:r>
            <a:r>
              <a:rPr lang="en-CO" sz="2800" dirty="0">
                <a:latin typeface="Arial" panose="020B0604020202020204" pitchFamily="34" charset="0"/>
                <a:cs typeface="Arial" panose="020B0604020202020204" pitchFamily="34" charset="0"/>
              </a:rPr>
              <a:t>No puede hacerlo si hay una partición entre los nodos cualesquiera del sistema.</a:t>
            </a:r>
          </a:p>
        </p:txBody>
      </p:sp>
    </p:spTree>
    <p:extLst>
      <p:ext uri="{BB962C8B-B14F-4D97-AF65-F5344CB8AC3E}">
        <p14:creationId xmlns:p14="http://schemas.microsoft.com/office/powerpoint/2010/main" val="257479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24E97-3930-CD7E-489F-9AB3003B7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189CFE40-3247-6319-AC65-47E76D65AC13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Teorema ACID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0315AF2-49BF-2C12-AE64-AC2DC247B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74"/>
          <a:stretch>
            <a:fillRect/>
          </a:stretch>
        </p:blipFill>
        <p:spPr bwMode="auto">
          <a:xfrm>
            <a:off x="2706816" y="4054475"/>
            <a:ext cx="14690467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552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D5DDF-DA2F-0F99-5CA3-FF377B162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7073A481-05E0-9A74-09F7-752583558055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ACID vs. BASE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EDC380-8B5F-506D-73A3-D53F9EAC4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229" y="3521075"/>
            <a:ext cx="9230120" cy="6627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EAAF8D-538E-491B-38D4-899B2E106A02}"/>
              </a:ext>
            </a:extLst>
          </p:cNvPr>
          <p:cNvSpPr txBox="1"/>
          <p:nvPr/>
        </p:nvSpPr>
        <p:spPr>
          <a:xfrm>
            <a:off x="1441450" y="5195599"/>
            <a:ext cx="3352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Priorizan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coherencia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sobre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disponibilidad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toda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transacción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falla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 produce un error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cualquier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paso de la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transacción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C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8C2552-4BB3-C7D7-808A-7606B972EDCD}"/>
              </a:ext>
            </a:extLst>
          </p:cNvPr>
          <p:cNvSpPr txBox="1"/>
          <p:nvPr/>
        </p:nvSpPr>
        <p:spPr>
          <a:xfrm>
            <a:off x="15005050" y="5195599"/>
            <a:ext cx="3657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Priorizan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disponibilidad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sobre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coherencia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La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coherencia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logra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pero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no de forma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inmediata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C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772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66776-4344-BADA-72C3-1E1D8A936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2C9878F0-E251-6512-5015-97589AE29EC3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ACID vs. BASE</a:t>
            </a:r>
            <a:endParaRPr lang="es-CO" sz="4950" dirty="0">
              <a:latin typeface="Arial"/>
              <a:cs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61CB15-0D34-3715-1041-64A0E97F3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196822"/>
              </p:ext>
            </p:extLst>
          </p:nvPr>
        </p:nvGraphicFramePr>
        <p:xfrm>
          <a:off x="527050" y="3978274"/>
          <a:ext cx="18288000" cy="634999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3033045636"/>
                    </a:ext>
                  </a:extLst>
                </a:gridCol>
                <a:gridCol w="7417836">
                  <a:extLst>
                    <a:ext uri="{9D8B030D-6E8A-4147-A177-3AD203B41FA5}">
                      <a16:colId xmlns:a16="http://schemas.microsoft.com/office/drawing/2014/main" val="3732571959"/>
                    </a:ext>
                  </a:extLst>
                </a:gridCol>
                <a:gridCol w="8584164">
                  <a:extLst>
                    <a:ext uri="{9D8B030D-6E8A-4147-A177-3AD203B41FA5}">
                      <a16:colId xmlns:a16="http://schemas.microsoft.com/office/drawing/2014/main" val="3889657946"/>
                    </a:ext>
                  </a:extLst>
                </a:gridCol>
              </a:tblGrid>
              <a:tr h="23171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Característica</a:t>
                      </a:r>
                      <a:endParaRPr lang="en-US" sz="2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0" marR="5430" marT="3620" marB="362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ACID</a:t>
                      </a:r>
                    </a:p>
                  </a:txBody>
                  <a:tcPr marL="5430" marR="5430" marT="3620" marB="362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CD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</a:t>
                      </a:r>
                    </a:p>
                  </a:txBody>
                  <a:tcPr marL="0" marR="0" marT="3620" marB="3620" anchor="b">
                    <a:lnL w="9525" cap="flat" cmpd="sng" algn="ctr">
                      <a:solidFill>
                        <a:srgbClr val="90CD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CD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CD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F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530646"/>
                  </a:ext>
                </a:extLst>
              </a:tr>
              <a:tr h="15393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Escalado</a:t>
                      </a:r>
                      <a:endParaRPr lang="en-US" sz="2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0" marR="5430" marT="3620" marB="362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Vertical.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Escalar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horizontalmente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es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muy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complejo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costoso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5430" marR="5430" marT="3620" marB="362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F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Horizontal. La carga se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distribuye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fácilmente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al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relajar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consistencia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lo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permite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escala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casi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ilimitada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0" marR="0" marT="3620" marB="3620" anchor="b">
                    <a:lnL w="9525" cap="flat" cmpd="sng" algn="ctr">
                      <a:solidFill>
                        <a:srgbClr val="10F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F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F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E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79042"/>
                  </a:ext>
                </a:extLst>
              </a:tr>
              <a:tr h="14491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Flexibilidad</a:t>
                      </a:r>
                      <a:endParaRPr lang="en-US" sz="2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0" marR="5430" marT="3620" marB="362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Baja.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Modificar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esquema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puede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ser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operación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compleja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Esta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rigidez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es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necesaria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para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garantizar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consistencia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datos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5430" marR="5430" marT="3620" marB="362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E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Alta.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Permite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esquemas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dinámicos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inexistentes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lo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facilita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evolución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la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aplicación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0" marR="0" marT="3620" marB="3620" anchor="b">
                    <a:lnL w="9525" cap="flat" cmpd="sng" algn="ctr">
                      <a:solidFill>
                        <a:srgbClr val="60E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E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E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665503"/>
                  </a:ext>
                </a:extLst>
              </a:tr>
              <a:tr h="14491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Rendimiento</a:t>
                      </a:r>
                      <a:endParaRPr lang="en-US" sz="2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0" marR="5430" marT="3620" marB="362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Optimizado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para la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integridad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las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transacciones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escritura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Cada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operación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tiene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sobrecarga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para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garantizar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consistencia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5430" marR="5430" marT="3620" marB="362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Optimizado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para un alto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volumen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velocidad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lecturas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escrituras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El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rendimiento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logra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al no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tener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esperar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bloqueos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confirmaciones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consistencia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 red.</a:t>
                      </a:r>
                    </a:p>
                  </a:txBody>
                  <a:tcPr marL="0" marR="0" marT="3620" marB="3620" anchor="b">
                    <a:lnL w="9525" cap="flat" cmpd="sng" algn="ctr">
                      <a:solidFill>
                        <a:srgbClr val="B0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7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02211"/>
                  </a:ext>
                </a:extLst>
              </a:tr>
              <a:tr h="15393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Sincronización</a:t>
                      </a:r>
                      <a:endParaRPr lang="en-US" sz="24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0" marR="5430" marT="3620" marB="362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Fuerte e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inmediata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La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sincronización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es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síncrona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 la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operación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 termina hasta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dato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consistente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5430" marR="5430" marT="3620" marB="362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7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Eventual.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Cuando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 escribe un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dato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garantiza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eventualmente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todas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las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réplicas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tendrán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última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versión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pero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existe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ventana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tiempo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diferentes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nodos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pueden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tener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datos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distintos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0" marR="0" marT="3620" marB="3620" anchor="b">
                    <a:lnL w="9525" cap="flat" cmpd="sng" algn="ctr">
                      <a:solidFill>
                        <a:srgbClr val="A07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7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7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7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039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30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230D9-B024-B93E-1FFD-F35E0E768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00A6F240-FAF8-FE70-12CB-14D378904586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59914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¿Cómo se relacionan en una misma aplicación?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E8D39-E938-2B81-F9B4-BBFDA5DC06B5}"/>
              </a:ext>
            </a:extLst>
          </p:cNvPr>
          <p:cNvSpPr txBox="1"/>
          <p:nvPr/>
        </p:nvSpPr>
        <p:spPr>
          <a:xfrm>
            <a:off x="1365250" y="4053284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Imagina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aplicación</a:t>
            </a:r>
            <a:r>
              <a:rPr lang="en-US" sz="2400" dirty="0"/>
              <a:t> de </a:t>
            </a:r>
            <a:r>
              <a:rPr lang="en-US" sz="2400" dirty="0" err="1"/>
              <a:t>comercio</a:t>
            </a:r>
            <a:r>
              <a:rPr lang="en-US" sz="2400" dirty="0"/>
              <a:t> </a:t>
            </a:r>
            <a:r>
              <a:rPr lang="en-US" sz="2400" dirty="0" err="1"/>
              <a:t>electrónico</a:t>
            </a:r>
            <a:r>
              <a:rPr lang="en-US" sz="2400" dirty="0"/>
              <a:t> </a:t>
            </a:r>
            <a:r>
              <a:rPr lang="en-US" sz="2400" dirty="0" err="1"/>
              <a:t>como</a:t>
            </a:r>
            <a:r>
              <a:rPr lang="en-US" sz="2400" dirty="0"/>
              <a:t> Amazon. </a:t>
            </a:r>
            <a:endParaRPr lang="en-C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5C551D-6DCA-22AD-E999-247EB58B5773}"/>
              </a:ext>
            </a:extLst>
          </p:cNvPr>
          <p:cNvSpPr txBox="1"/>
          <p:nvPr/>
        </p:nvSpPr>
        <p:spPr>
          <a:xfrm>
            <a:off x="1898650" y="5423842"/>
            <a:ext cx="594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2400" b="1" dirty="0">
                <a:latin typeface="Arial" panose="020B0604020202020204" pitchFamily="34" charset="0"/>
                <a:cs typeface="Arial" panose="020B0604020202020204" pitchFamily="34" charset="0"/>
              </a:rPr>
              <a:t>El carrito de compras y el pago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3B8074-A28B-2CDC-1EC5-931A0F95BA62}"/>
              </a:ext>
            </a:extLst>
          </p:cNvPr>
          <p:cNvSpPr txBox="1"/>
          <p:nvPr/>
        </p:nvSpPr>
        <p:spPr>
          <a:xfrm>
            <a:off x="11423650" y="5423842"/>
            <a:ext cx="594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2400" b="1" dirty="0">
                <a:latin typeface="Arial" panose="020B0604020202020204" pitchFamily="34" charset="0"/>
                <a:cs typeface="Arial" panose="020B0604020202020204" pitchFamily="34" charset="0"/>
              </a:rPr>
              <a:t>Catalogo de productos y reseñas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B0A982-078B-30EC-143F-8E818CD2BE76}"/>
              </a:ext>
            </a:extLst>
          </p:cNvPr>
          <p:cNvSpPr txBox="1"/>
          <p:nvPr/>
        </p:nvSpPr>
        <p:spPr>
          <a:xfrm>
            <a:off x="1338118" y="6188075"/>
            <a:ext cx="678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Cuando</a:t>
            </a:r>
            <a:r>
              <a:rPr lang="en-US" sz="2400" dirty="0"/>
              <a:t> un </a:t>
            </a:r>
            <a:r>
              <a:rPr lang="en-US" sz="2400" dirty="0" err="1"/>
              <a:t>cliente</a:t>
            </a:r>
            <a:r>
              <a:rPr lang="en-US" sz="2400" dirty="0"/>
              <a:t> </a:t>
            </a:r>
            <a:r>
              <a:rPr lang="en-US" sz="2400" dirty="0" err="1"/>
              <a:t>realiza</a:t>
            </a:r>
            <a:r>
              <a:rPr lang="en-US" sz="2400" dirty="0"/>
              <a:t> un </a:t>
            </a:r>
            <a:r>
              <a:rPr lang="en-US" sz="2400" dirty="0" err="1"/>
              <a:t>pedido</a:t>
            </a:r>
            <a:r>
              <a:rPr lang="en-US" sz="2400" dirty="0"/>
              <a:t> y </a:t>
            </a:r>
            <a:r>
              <a:rPr lang="en-US" sz="2400" dirty="0" err="1"/>
              <a:t>paga</a:t>
            </a:r>
            <a:r>
              <a:rPr lang="en-US" sz="2400" dirty="0"/>
              <a:t>, </a:t>
            </a:r>
            <a:r>
              <a:rPr lang="en-US" sz="2400" dirty="0" err="1"/>
              <a:t>esa</a:t>
            </a:r>
            <a:r>
              <a:rPr lang="en-US" sz="2400" dirty="0"/>
              <a:t> </a:t>
            </a:r>
            <a:r>
              <a:rPr lang="en-US" sz="2400" dirty="0" err="1"/>
              <a:t>transacción</a:t>
            </a:r>
            <a:r>
              <a:rPr lang="en-US" sz="2400" dirty="0"/>
              <a:t> es </a:t>
            </a:r>
            <a:r>
              <a:rPr lang="en-US" sz="2400" dirty="0" err="1"/>
              <a:t>crítica</a:t>
            </a:r>
            <a:r>
              <a:rPr lang="en-US" sz="2400" dirty="0"/>
              <a:t>. Debes </a:t>
            </a:r>
            <a:r>
              <a:rPr lang="en-US" sz="2400" dirty="0" err="1"/>
              <a:t>asegurarte</a:t>
            </a:r>
            <a:r>
              <a:rPr lang="en-US" sz="2400" dirty="0"/>
              <a:t> de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pago</a:t>
            </a:r>
            <a:r>
              <a:rPr lang="en-US" sz="2400" dirty="0"/>
              <a:t> se </a:t>
            </a:r>
            <a:r>
              <a:rPr lang="en-US" sz="2400" dirty="0" err="1"/>
              <a:t>procese</a:t>
            </a:r>
            <a:r>
              <a:rPr lang="en-US" sz="2400" dirty="0"/>
              <a:t> </a:t>
            </a:r>
            <a:r>
              <a:rPr lang="en-US" sz="2400" dirty="0" err="1"/>
              <a:t>correctamente</a:t>
            </a:r>
            <a:r>
              <a:rPr lang="en-US" sz="2400" dirty="0"/>
              <a:t>,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inventario</a:t>
            </a:r>
            <a:r>
              <a:rPr lang="en-US" sz="2400" dirty="0"/>
              <a:t> se </a:t>
            </a:r>
            <a:r>
              <a:rPr lang="en-US" sz="2400" dirty="0" err="1"/>
              <a:t>descuente</a:t>
            </a:r>
            <a:r>
              <a:rPr lang="en-US" sz="2400" dirty="0"/>
              <a:t> y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pedido</a:t>
            </a:r>
            <a:r>
              <a:rPr lang="en-US" sz="2400" dirty="0"/>
              <a:t> se </a:t>
            </a:r>
            <a:r>
              <a:rPr lang="en-US" sz="2400" dirty="0" err="1"/>
              <a:t>registre</a:t>
            </a:r>
            <a:r>
              <a:rPr lang="en-US" sz="2400" dirty="0"/>
              <a:t>. Un error </a:t>
            </a:r>
            <a:r>
              <a:rPr lang="en-US" sz="2400" dirty="0" err="1"/>
              <a:t>aquí</a:t>
            </a:r>
            <a:r>
              <a:rPr lang="en-US" sz="2400" dirty="0"/>
              <a:t> cuesta dinero y la </a:t>
            </a:r>
            <a:r>
              <a:rPr lang="en-US" sz="2400" dirty="0" err="1"/>
              <a:t>confianza</a:t>
            </a:r>
            <a:r>
              <a:rPr lang="en-US" sz="2400" dirty="0"/>
              <a:t> del </a:t>
            </a:r>
            <a:r>
              <a:rPr lang="en-US" sz="2400" dirty="0" err="1"/>
              <a:t>cliente</a:t>
            </a:r>
            <a:r>
              <a:rPr lang="en-US" sz="2400" dirty="0"/>
              <a:t>. </a:t>
            </a:r>
            <a:endParaRPr lang="en-C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B9986C-DFB3-181B-C9BC-75ECEC0C686A}"/>
              </a:ext>
            </a:extLst>
          </p:cNvPr>
          <p:cNvSpPr txBox="1"/>
          <p:nvPr/>
        </p:nvSpPr>
        <p:spPr>
          <a:xfrm>
            <a:off x="10622643" y="6188075"/>
            <a:ext cx="6781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El </a:t>
            </a:r>
            <a:r>
              <a:rPr lang="en-US" sz="2400" dirty="0" err="1"/>
              <a:t>catálogo</a:t>
            </a:r>
            <a:r>
              <a:rPr lang="en-US" sz="2400" dirty="0"/>
              <a:t> de </a:t>
            </a:r>
            <a:r>
              <a:rPr lang="en-US" sz="2400" dirty="0" err="1"/>
              <a:t>productos</a:t>
            </a:r>
            <a:r>
              <a:rPr lang="en-US" sz="2400" dirty="0"/>
              <a:t> </a:t>
            </a:r>
            <a:r>
              <a:rPr lang="en-US" sz="2400" dirty="0" err="1"/>
              <a:t>tiene</a:t>
            </a:r>
            <a:r>
              <a:rPr lang="en-US" sz="2400" dirty="0"/>
              <a:t> </a:t>
            </a:r>
            <a:r>
              <a:rPr lang="en-US" sz="2400" dirty="0" err="1"/>
              <a:t>millones</a:t>
            </a:r>
            <a:r>
              <a:rPr lang="en-US" sz="2400" dirty="0"/>
              <a:t> de </a:t>
            </a:r>
            <a:r>
              <a:rPr lang="en-US" sz="2400" dirty="0" err="1"/>
              <a:t>artículos</a:t>
            </a:r>
            <a:r>
              <a:rPr lang="en-US" sz="2400" dirty="0"/>
              <a:t> y </a:t>
            </a:r>
            <a:r>
              <a:rPr lang="en-US" sz="2400" dirty="0" err="1"/>
              <a:t>recibe</a:t>
            </a:r>
            <a:r>
              <a:rPr lang="en-US" sz="2400" dirty="0"/>
              <a:t> </a:t>
            </a:r>
            <a:r>
              <a:rPr lang="en-US" sz="2400" dirty="0" err="1"/>
              <a:t>millones</a:t>
            </a:r>
            <a:r>
              <a:rPr lang="en-US" sz="2400" dirty="0"/>
              <a:t> de </a:t>
            </a:r>
            <a:r>
              <a:rPr lang="en-US" sz="2400" dirty="0" err="1"/>
              <a:t>visitas</a:t>
            </a:r>
            <a:r>
              <a:rPr lang="en-US" sz="2400" dirty="0"/>
              <a:t>. Las </a:t>
            </a:r>
            <a:r>
              <a:rPr lang="en-US" sz="2400" dirty="0" err="1"/>
              <a:t>reseñas</a:t>
            </a:r>
            <a:r>
              <a:rPr lang="en-US" sz="2400" dirty="0"/>
              <a:t> y </a:t>
            </a:r>
            <a:r>
              <a:rPr lang="en-US" sz="2400" dirty="0" err="1"/>
              <a:t>recomendaciones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usuarios</a:t>
            </a:r>
            <a:r>
              <a:rPr lang="en-US" sz="2400" dirty="0"/>
              <a:t> se </a:t>
            </a:r>
            <a:r>
              <a:rPr lang="en-US" sz="2400" dirty="0" err="1"/>
              <a:t>añaden</a:t>
            </a:r>
            <a:r>
              <a:rPr lang="en-US" sz="2400" dirty="0"/>
              <a:t> </a:t>
            </a:r>
            <a:r>
              <a:rPr lang="en-US" sz="2400" dirty="0" err="1"/>
              <a:t>constantemente</a:t>
            </a:r>
            <a:r>
              <a:rPr lang="en-US" sz="2400" dirty="0"/>
              <a:t>. Para </a:t>
            </a:r>
            <a:r>
              <a:rPr lang="en-US" sz="2400" dirty="0" err="1"/>
              <a:t>esta</a:t>
            </a:r>
            <a:r>
              <a:rPr lang="en-US" sz="2400" dirty="0"/>
              <a:t> </a:t>
            </a:r>
            <a:r>
              <a:rPr lang="en-US" sz="2400" dirty="0" err="1"/>
              <a:t>parte</a:t>
            </a:r>
            <a:r>
              <a:rPr lang="en-US" sz="2400" dirty="0"/>
              <a:t>, la </a:t>
            </a:r>
            <a:r>
              <a:rPr lang="en-US" sz="2400" dirty="0" err="1"/>
              <a:t>prioridad</a:t>
            </a:r>
            <a:r>
              <a:rPr lang="en-US" sz="2400" dirty="0"/>
              <a:t> es </a:t>
            </a:r>
            <a:r>
              <a:rPr lang="en-US" sz="2400" dirty="0" err="1"/>
              <a:t>que</a:t>
            </a:r>
            <a:r>
              <a:rPr lang="en-US" sz="2400" dirty="0"/>
              <a:t> la </a:t>
            </a:r>
            <a:r>
              <a:rPr lang="en-US" sz="2400" dirty="0" err="1"/>
              <a:t>página</a:t>
            </a:r>
            <a:r>
              <a:rPr lang="en-US" sz="2400" dirty="0"/>
              <a:t> </a:t>
            </a:r>
            <a:r>
              <a:rPr lang="en-US" sz="2400" dirty="0" err="1"/>
              <a:t>cargue</a:t>
            </a:r>
            <a:r>
              <a:rPr lang="en-US" sz="2400" dirty="0"/>
              <a:t> </a:t>
            </a:r>
            <a:r>
              <a:rPr lang="en-US" sz="2400" dirty="0" err="1"/>
              <a:t>rápido</a:t>
            </a:r>
            <a:r>
              <a:rPr lang="en-US" sz="2400" dirty="0"/>
              <a:t> (</a:t>
            </a:r>
            <a:r>
              <a:rPr lang="en-US" sz="2400" dirty="0" err="1"/>
              <a:t>alta</a:t>
            </a:r>
            <a:r>
              <a:rPr lang="en-US" sz="2400" dirty="0"/>
              <a:t> </a:t>
            </a:r>
            <a:r>
              <a:rPr lang="en-US" sz="2400" dirty="0" err="1"/>
              <a:t>disponibilidad</a:t>
            </a:r>
            <a:r>
              <a:rPr lang="en-US" sz="2400" dirty="0"/>
              <a:t>) y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pueda</a:t>
            </a:r>
            <a:r>
              <a:rPr lang="en-US" sz="2400" dirty="0"/>
              <a:t> </a:t>
            </a:r>
            <a:r>
              <a:rPr lang="en-US" sz="2400" dirty="0" err="1"/>
              <a:t>manejar</a:t>
            </a:r>
            <a:r>
              <a:rPr lang="en-US" sz="2400" dirty="0"/>
              <a:t> un </a:t>
            </a:r>
            <a:r>
              <a:rPr lang="en-US" sz="2400" dirty="0" err="1"/>
              <a:t>tráfico</a:t>
            </a:r>
            <a:r>
              <a:rPr lang="en-US" sz="2400" dirty="0"/>
              <a:t> </a:t>
            </a:r>
            <a:r>
              <a:rPr lang="en-US" sz="2400" dirty="0" err="1"/>
              <a:t>enorme</a:t>
            </a:r>
            <a:r>
              <a:rPr lang="en-US" sz="2400" dirty="0"/>
              <a:t>.</a:t>
            </a:r>
            <a:endParaRPr lang="en-C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095DCE-B80D-970C-0E8D-FD047522154B}"/>
              </a:ext>
            </a:extLst>
          </p:cNvPr>
          <p:cNvSpPr txBox="1"/>
          <p:nvPr/>
        </p:nvSpPr>
        <p:spPr>
          <a:xfrm>
            <a:off x="1898650" y="9430861"/>
            <a:ext cx="594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O" sz="2400" b="1" dirty="0">
                <a:latin typeface="Arial" panose="020B0604020202020204" pitchFamily="34" charset="0"/>
                <a:cs typeface="Arial" panose="020B0604020202020204" pitchFamily="34" charset="0"/>
              </a:rPr>
              <a:t>ACID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F616E4-9399-FA04-029E-522C10C0BA82}"/>
              </a:ext>
            </a:extLst>
          </p:cNvPr>
          <p:cNvSpPr txBox="1"/>
          <p:nvPr/>
        </p:nvSpPr>
        <p:spPr>
          <a:xfrm>
            <a:off x="11042650" y="9430861"/>
            <a:ext cx="594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O" sz="2400" b="1" dirty="0"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</a:p>
        </p:txBody>
      </p:sp>
    </p:spTree>
    <p:extLst>
      <p:ext uri="{BB962C8B-B14F-4D97-AF65-F5344CB8AC3E}">
        <p14:creationId xmlns:p14="http://schemas.microsoft.com/office/powerpoint/2010/main" val="225083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2659B-1270-0BFD-90E5-3E28013C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A765119F-EBE8-06DB-3EE8-1BC115FAA09E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El detective de datos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7B5A1-E3A5-9458-5ED3-B1A30E03B47E}"/>
              </a:ext>
            </a:extLst>
          </p:cNvPr>
          <p:cNvSpPr txBox="1"/>
          <p:nvPr/>
        </p:nvSpPr>
        <p:spPr>
          <a:xfrm>
            <a:off x="2546350" y="5426075"/>
            <a:ext cx="150113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Diferenciar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práctica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operación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transaccional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(OLTP) de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consulta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analítica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(OLAP) a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requerimientos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y un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esquema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de base de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simple.</a:t>
            </a:r>
            <a:endParaRPr lang="en-CO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ECA017-B818-2890-F4E3-69CF709E93D2}"/>
              </a:ext>
            </a:extLst>
          </p:cNvPr>
          <p:cNvSpPr txBox="1"/>
          <p:nvPr/>
        </p:nvSpPr>
        <p:spPr>
          <a:xfrm>
            <a:off x="3041650" y="8578594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shorturl.at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/y75Jr</a:t>
            </a:r>
            <a:endParaRPr lang="en-CO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A641EDCA-6827-C0C5-0B7D-0E6CFD12B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50" y="7054248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1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E2A4AF33-9455-1ABF-37EF-DFBB5306F302}"/>
              </a:ext>
            </a:extLst>
          </p:cNvPr>
          <p:cNvSpPr txBox="1"/>
          <p:nvPr/>
        </p:nvSpPr>
        <p:spPr>
          <a:xfrm>
            <a:off x="2853326" y="2104470"/>
            <a:ext cx="4897120" cy="5282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4500" spc="-25" dirty="0">
                <a:latin typeface="Arial"/>
                <a:cs typeface="Arial"/>
              </a:rPr>
              <a:t>02</a:t>
            </a:r>
            <a:endParaRPr sz="34500" dirty="0">
              <a:latin typeface="Arial"/>
              <a:cs typeface="Arial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F5B1D367-75B3-1D5B-2D78-5E53B1B1A718}"/>
              </a:ext>
            </a:extLst>
          </p:cNvPr>
          <p:cNvSpPr/>
          <p:nvPr/>
        </p:nvSpPr>
        <p:spPr>
          <a:xfrm>
            <a:off x="7995133" y="3379638"/>
            <a:ext cx="0" cy="3118485"/>
          </a:xfrm>
          <a:custGeom>
            <a:avLst/>
            <a:gdLst/>
            <a:ahLst/>
            <a:cxnLst/>
            <a:rect l="l" t="t" r="r" b="b"/>
            <a:pathLst>
              <a:path h="3118485">
                <a:moveTo>
                  <a:pt x="0" y="0"/>
                </a:moveTo>
                <a:lnTo>
                  <a:pt x="0" y="3118009"/>
                </a:lnTo>
              </a:path>
            </a:pathLst>
          </a:custGeom>
          <a:ln w="41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2889306-95C3-BEA6-9C90-959D4C1A4C29}"/>
              </a:ext>
            </a:extLst>
          </p:cNvPr>
          <p:cNvSpPr txBox="1">
            <a:spLocks/>
          </p:cNvSpPr>
          <p:nvPr/>
        </p:nvSpPr>
        <p:spPr>
          <a:xfrm>
            <a:off x="8343994" y="3289548"/>
            <a:ext cx="7804054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Patrones de ingesta de datos</a:t>
            </a:r>
            <a:endParaRPr lang="es-CO" sz="49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2916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423C6-6A82-7304-77C3-3A1D6107B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CB243856-057A-632E-527F-84F630BED2A5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Tiempos de procesamiento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1BD4317-4942-BA0B-EE5D-742CCF8E5645}"/>
              </a:ext>
            </a:extLst>
          </p:cNvPr>
          <p:cNvSpPr txBox="1"/>
          <p:nvPr/>
        </p:nvSpPr>
        <p:spPr>
          <a:xfrm>
            <a:off x="1013124" y="3949614"/>
            <a:ext cx="17268526" cy="278153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rtl="0"/>
            <a:r>
              <a:rPr lang="en-US" sz="3600" dirty="0"/>
              <a:t>Batch (</a:t>
            </a:r>
            <a:r>
              <a:rPr lang="en-US" sz="3600" dirty="0" err="1"/>
              <a:t>Lotes</a:t>
            </a:r>
            <a:r>
              <a:rPr lang="en-US" sz="3600" dirty="0"/>
              <a:t>): </a:t>
            </a:r>
            <a:r>
              <a:rPr lang="en-US" sz="3600" dirty="0" err="1"/>
              <a:t>Procesos</a:t>
            </a:r>
            <a:r>
              <a:rPr lang="en-US" sz="3600" dirty="0"/>
              <a:t> </a:t>
            </a:r>
            <a:r>
              <a:rPr lang="en-US" sz="3600" dirty="0" err="1"/>
              <a:t>grandes</a:t>
            </a:r>
            <a:r>
              <a:rPr lang="en-US" sz="3600" dirty="0"/>
              <a:t> conjuntos de </a:t>
            </a:r>
            <a:r>
              <a:rPr lang="en-US" sz="3600" dirty="0" err="1"/>
              <a:t>datos</a:t>
            </a:r>
            <a:r>
              <a:rPr lang="en-US" sz="3600" dirty="0"/>
              <a:t> </a:t>
            </a:r>
            <a:r>
              <a:rPr lang="en-US" sz="3600" dirty="0" err="1"/>
              <a:t>cada</a:t>
            </a:r>
            <a:r>
              <a:rPr lang="en-US" sz="3600" dirty="0"/>
              <a:t> </a:t>
            </a:r>
            <a:r>
              <a:rPr lang="en-US" sz="3600" dirty="0" err="1"/>
              <a:t>cierto</a:t>
            </a:r>
            <a:r>
              <a:rPr lang="en-US" sz="3600" dirty="0"/>
              <a:t> </a:t>
            </a:r>
            <a:r>
              <a:rPr lang="en-US" sz="3600" dirty="0" err="1"/>
              <a:t>tiempo</a:t>
            </a:r>
            <a:r>
              <a:rPr lang="en-US" sz="3600" dirty="0"/>
              <a:t> (&lt;1 hora)</a:t>
            </a:r>
            <a:endParaRPr lang="en-US" sz="3600" b="0" dirty="0">
              <a:effectLst/>
            </a:endParaRPr>
          </a:p>
          <a:p>
            <a:pPr rtl="0"/>
            <a:r>
              <a:rPr lang="en-US" sz="3600" dirty="0"/>
              <a:t>Near Real Time: </a:t>
            </a:r>
            <a:r>
              <a:rPr lang="en-US" sz="3600" dirty="0" err="1"/>
              <a:t>Procesamos</a:t>
            </a:r>
            <a:r>
              <a:rPr lang="en-US" sz="3600" dirty="0"/>
              <a:t> y </a:t>
            </a:r>
            <a:r>
              <a:rPr lang="en-US" sz="3600" dirty="0" err="1"/>
              <a:t>entregamos</a:t>
            </a:r>
            <a:r>
              <a:rPr lang="en-US" sz="3600" dirty="0"/>
              <a:t> la </a:t>
            </a:r>
            <a:r>
              <a:rPr lang="en-US" sz="3600" dirty="0" err="1"/>
              <a:t>información</a:t>
            </a:r>
            <a:r>
              <a:rPr lang="en-US" sz="3600" dirty="0"/>
              <a:t> </a:t>
            </a:r>
            <a:r>
              <a:rPr lang="en-US" sz="3600" dirty="0" err="1"/>
              <a:t>en</a:t>
            </a:r>
            <a:r>
              <a:rPr lang="en-US" sz="3600" dirty="0"/>
              <a:t> </a:t>
            </a:r>
            <a:r>
              <a:rPr lang="en-US" sz="3600" dirty="0" err="1"/>
              <a:t>menos</a:t>
            </a:r>
            <a:r>
              <a:rPr lang="en-US" sz="3600" dirty="0"/>
              <a:t> </a:t>
            </a:r>
            <a:r>
              <a:rPr lang="en-US" sz="3600" dirty="0" err="1"/>
              <a:t>tiempos</a:t>
            </a:r>
            <a:r>
              <a:rPr lang="en-US" sz="3600" dirty="0"/>
              <a:t> (5 a 59 </a:t>
            </a:r>
            <a:r>
              <a:rPr lang="en-US" sz="3600" dirty="0" err="1"/>
              <a:t>minutos</a:t>
            </a:r>
            <a:r>
              <a:rPr lang="en-US" sz="3600" dirty="0"/>
              <a:t>)</a:t>
            </a:r>
            <a:endParaRPr lang="en-US" sz="3600" b="0" dirty="0">
              <a:effectLst/>
            </a:endParaRPr>
          </a:p>
          <a:p>
            <a:pPr rtl="0"/>
            <a:r>
              <a:rPr lang="en-US" sz="3600" dirty="0"/>
              <a:t>Real Time: Menos de 5 </a:t>
            </a:r>
            <a:r>
              <a:rPr lang="en-US" sz="3600" dirty="0" err="1"/>
              <a:t>minutos</a:t>
            </a:r>
            <a:r>
              <a:rPr lang="en-US" sz="3600" dirty="0"/>
              <a:t> </a:t>
            </a:r>
            <a:r>
              <a:rPr lang="en-US" sz="3600" dirty="0" err="1"/>
              <a:t>pero</a:t>
            </a:r>
            <a:r>
              <a:rPr lang="en-US" sz="3600" dirty="0"/>
              <a:t> con micro-</a:t>
            </a:r>
            <a:r>
              <a:rPr lang="en-US" sz="3600" dirty="0" err="1"/>
              <a:t>lotes</a:t>
            </a:r>
            <a:r>
              <a:rPr lang="en-US" sz="3600" dirty="0"/>
              <a:t>.</a:t>
            </a:r>
            <a:endParaRPr lang="en-US" sz="3600" b="0" dirty="0">
              <a:effectLst/>
            </a:endParaRPr>
          </a:p>
          <a:p>
            <a:pPr rtl="0"/>
            <a:r>
              <a:rPr lang="en-US" sz="3600" dirty="0"/>
              <a:t>Streaming: </a:t>
            </a:r>
            <a:r>
              <a:rPr lang="en-US" sz="3600" dirty="0" err="1"/>
              <a:t>Nunca</a:t>
            </a:r>
            <a:r>
              <a:rPr lang="en-US" sz="3600" dirty="0"/>
              <a:t> </a:t>
            </a:r>
            <a:r>
              <a:rPr lang="en-US" sz="3600" dirty="0" err="1"/>
              <a:t>dejamos</a:t>
            </a:r>
            <a:r>
              <a:rPr lang="en-US" sz="3600" dirty="0"/>
              <a:t> de </a:t>
            </a:r>
            <a:r>
              <a:rPr lang="en-US" sz="3600" dirty="0" err="1"/>
              <a:t>entregar</a:t>
            </a:r>
            <a:r>
              <a:rPr lang="en-US" sz="3600" dirty="0"/>
              <a:t> </a:t>
            </a:r>
            <a:r>
              <a:rPr lang="en-US" sz="3600" dirty="0" err="1"/>
              <a:t>información</a:t>
            </a:r>
            <a:r>
              <a:rPr lang="en-US" sz="3600" dirty="0"/>
              <a:t> (</a:t>
            </a:r>
            <a:r>
              <a:rPr lang="en-US" sz="3600" dirty="0" err="1"/>
              <a:t>ej</a:t>
            </a:r>
            <a:r>
              <a:rPr lang="en-US" sz="3600" dirty="0"/>
              <a:t>. Netflix)</a:t>
            </a:r>
            <a:endParaRPr lang="en-US" sz="3600" b="0" dirty="0">
              <a:effectLst/>
            </a:endParaRPr>
          </a:p>
        </p:txBody>
      </p:sp>
      <p:pic>
        <p:nvPicPr>
          <p:cNvPr id="7170" name="Picture 2" descr="Near real-time processing application via AWS Lamda and S3 | by Serkan  SAKINMAZ | Towards AWS">
            <a:extLst>
              <a:ext uri="{FF2B5EF4-FFF2-40B4-BE49-F238E27FC236}">
                <a16:creationId xmlns:a16="http://schemas.microsoft.com/office/drawing/2014/main" id="{C75F865B-914D-8BE0-35CC-0B64F8169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837" y="7026275"/>
            <a:ext cx="9563100" cy="311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5139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9EBA7-F766-BB69-2C44-F2B897AFB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FF09D5DD-B682-8F82-0467-D55F0C17BBBE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Patrones principales de ingesta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0CB6384-4A94-F10D-A30C-D0B0B0D198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t="5783" r="4287" b="7470"/>
          <a:stretch>
            <a:fillRect/>
          </a:stretch>
        </p:blipFill>
        <p:spPr bwMode="auto">
          <a:xfrm>
            <a:off x="994846" y="4892675"/>
            <a:ext cx="8000998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>
            <a:extLst>
              <a:ext uri="{FF2B5EF4-FFF2-40B4-BE49-F238E27FC236}">
                <a16:creationId xmlns:a16="http://schemas.microsoft.com/office/drawing/2014/main" id="{32CA897E-05C7-E731-1624-3E82C5E307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" t="9700" r="6571" b="18244"/>
          <a:stretch>
            <a:fillRect/>
          </a:stretch>
        </p:blipFill>
        <p:spPr bwMode="auto">
          <a:xfrm>
            <a:off x="10814050" y="5197475"/>
            <a:ext cx="8000998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666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11EB2-221B-590F-5FF5-67435F592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4DD6B140-CC5A-92F5-8BDE-A60A9A10AFD0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Patrones principales de ingesta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10242" name="Picture 2" descr="Data Virtualization - GeeksforGeeks">
            <a:extLst>
              <a:ext uri="{FF2B5EF4-FFF2-40B4-BE49-F238E27FC236}">
                <a16:creationId xmlns:a16="http://schemas.microsoft.com/office/drawing/2014/main" id="{6EFE3103-A324-23EF-9E42-1B6863966F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0" r="20800"/>
          <a:stretch>
            <a:fillRect/>
          </a:stretch>
        </p:blipFill>
        <p:spPr bwMode="auto">
          <a:xfrm>
            <a:off x="1517650" y="4816475"/>
            <a:ext cx="5344292" cy="460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F79C8E72-1BCA-DB75-0119-71DB11D180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" t="6835" r="11549"/>
          <a:stretch>
            <a:fillRect/>
          </a:stretch>
        </p:blipFill>
        <p:spPr bwMode="auto">
          <a:xfrm>
            <a:off x="6861942" y="5273675"/>
            <a:ext cx="6556815" cy="4005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9CB924D3-A9DB-E7E4-E5D0-2942EA5F4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3178" y="5114112"/>
            <a:ext cx="5259871" cy="4005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B88C1F-7508-5BBD-B3E3-CD0FAB55BE92}"/>
              </a:ext>
            </a:extLst>
          </p:cNvPr>
          <p:cNvSpPr txBox="1"/>
          <p:nvPr/>
        </p:nvSpPr>
        <p:spPr>
          <a:xfrm>
            <a:off x="2912844" y="4253326"/>
            <a:ext cx="2553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3200" dirty="0">
                <a:latin typeface="Arial" panose="020B0604020202020204" pitchFamily="34" charset="0"/>
                <a:cs typeface="Arial" panose="020B0604020202020204" pitchFamily="34" charset="0"/>
              </a:rPr>
              <a:t>virtualización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A1A682-574D-F508-EBE4-64072C9E630C}"/>
              </a:ext>
            </a:extLst>
          </p:cNvPr>
          <p:cNvSpPr txBox="1"/>
          <p:nvPr/>
        </p:nvSpPr>
        <p:spPr>
          <a:xfrm>
            <a:off x="9583812" y="4231700"/>
            <a:ext cx="936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3200" dirty="0">
                <a:latin typeface="Arial" panose="020B0604020202020204" pitchFamily="34" charset="0"/>
                <a:cs typeface="Arial" panose="020B0604020202020204" pitchFamily="34" charset="0"/>
              </a:rPr>
              <a:t>ETL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8A2E5-1604-73A1-EDAA-E28300DFD90A}"/>
              </a:ext>
            </a:extLst>
          </p:cNvPr>
          <p:cNvSpPr txBox="1"/>
          <p:nvPr/>
        </p:nvSpPr>
        <p:spPr>
          <a:xfrm>
            <a:off x="15664875" y="4231700"/>
            <a:ext cx="936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3200" dirty="0">
                <a:latin typeface="Arial" panose="020B0604020202020204" pitchFamily="34" charset="0"/>
                <a:cs typeface="Arial" panose="020B0604020202020204" pitchFamily="34" charset="0"/>
              </a:rPr>
              <a:t>ELT</a:t>
            </a:r>
          </a:p>
        </p:txBody>
      </p:sp>
    </p:spTree>
    <p:extLst>
      <p:ext uri="{BB962C8B-B14F-4D97-AF65-F5344CB8AC3E}">
        <p14:creationId xmlns:p14="http://schemas.microsoft.com/office/powerpoint/2010/main" val="2322458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29AAC-7C14-1A15-7740-ADAF4A477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9FEE35-422A-5346-636A-203C907D8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2239" y="2149475"/>
            <a:ext cx="14819622" cy="833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968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01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11404</TotalTime>
  <Words>803</Words>
  <Application>Microsoft Macintosh PowerPoint</Application>
  <PresentationFormat>Custom</PresentationFormat>
  <Paragraphs>75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OTROS recursos pptx</dc:title>
  <cp:lastModifiedBy>Daniel Felipe Romero Bernal</cp:lastModifiedBy>
  <cp:revision>13</cp:revision>
  <dcterms:created xsi:type="dcterms:W3CDTF">2024-11-07T16:52:39Z</dcterms:created>
  <dcterms:modified xsi:type="dcterms:W3CDTF">2025-10-15T21:53:55Z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2024-11-07T00:00:00Z</vt:filetime>
  </property>
  <property fmtid="{D5CDD505-2E9C-101B-9397-08002B2CF9AE}" pid="3" name="Creator">
    <vt:lpwstr>Adobe Illustrator 29.0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2024-11-07T00:00:00Z</vt:filetime>
  </property>
  <property fmtid="{D5CDD505-2E9C-101B-9397-08002B2CF9AE}" pid="6" name="Producer">
    <vt:lpwstr>Adobe PDF library 17.00</vt:lpwstr>
  </property>
</Properties>
</file>