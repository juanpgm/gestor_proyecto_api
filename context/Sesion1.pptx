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1" r:id="rId4"/>
    <p:sldId id="260" r:id="rId5"/>
    <p:sldId id="263" r:id="rId6"/>
    <p:sldId id="282" r:id="rId7"/>
    <p:sldId id="264" r:id="rId8"/>
    <p:sldId id="269" r:id="rId9"/>
    <p:sldId id="265" r:id="rId10"/>
    <p:sldId id="268" r:id="rId11"/>
    <p:sldId id="278" r:id="rId12"/>
    <p:sldId id="281" r:id="rId13"/>
    <p:sldId id="270" r:id="rId14"/>
    <p:sldId id="271" r:id="rId15"/>
    <p:sldId id="277" r:id="rId16"/>
    <p:sldId id="273" r:id="rId17"/>
    <p:sldId id="276" r:id="rId18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EC8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AFD642-6008-9A4E-8D5F-87F3B726E521}" v="263" dt="2025-08-08T20:40:54.4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3"/>
    <p:restoredTop sz="94843"/>
  </p:normalViewPr>
  <p:slideViewPr>
    <p:cSldViewPr snapToGrid="0">
      <p:cViewPr varScale="1">
        <p:scale>
          <a:sx n="117" d="100"/>
          <a:sy n="117" d="100"/>
        </p:scale>
        <p:origin x="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elipe Romero Bernal" userId="d29dba75d7369b69" providerId="LiveId" clId="{4DAFD642-6008-9A4E-8D5F-87F3B726E521}"/>
    <pc:docChg chg="undo custSel addSld delSld modSld sldOrd">
      <pc:chgData name="Daniel Felipe Romero Bernal" userId="d29dba75d7369b69" providerId="LiveId" clId="{4DAFD642-6008-9A4E-8D5F-87F3B726E521}" dt="2025-08-09T04:19:13.485" v="4990" actId="20578"/>
      <pc:docMkLst>
        <pc:docMk/>
      </pc:docMkLst>
      <pc:sldChg chg="modSp mod">
        <pc:chgData name="Daniel Felipe Romero Bernal" userId="d29dba75d7369b69" providerId="LiveId" clId="{4DAFD642-6008-9A4E-8D5F-87F3B726E521}" dt="2025-08-07T03:41:30.549" v="0" actId="14100"/>
        <pc:sldMkLst>
          <pc:docMk/>
          <pc:sldMk cId="4249059434" sldId="261"/>
        </pc:sldMkLst>
        <pc:spChg chg="mod">
          <ac:chgData name="Daniel Felipe Romero Bernal" userId="d29dba75d7369b69" providerId="LiveId" clId="{4DAFD642-6008-9A4E-8D5F-87F3B726E521}" dt="2025-08-07T03:41:30.549" v="0" actId="14100"/>
          <ac:spMkLst>
            <pc:docMk/>
            <pc:sldMk cId="4249059434" sldId="261"/>
            <ac:spMk id="5" creationId="{957CE679-64DC-BD5C-29EC-C4A8C3C57B73}"/>
          </ac:spMkLst>
        </pc:spChg>
      </pc:sldChg>
      <pc:sldChg chg="modSp mod">
        <pc:chgData name="Daniel Felipe Romero Bernal" userId="d29dba75d7369b69" providerId="LiveId" clId="{4DAFD642-6008-9A4E-8D5F-87F3B726E521}" dt="2025-08-07T23:06:19.507" v="1822" actId="20577"/>
        <pc:sldMkLst>
          <pc:docMk/>
          <pc:sldMk cId="1741021713" sldId="263"/>
        </pc:sldMkLst>
        <pc:spChg chg="mod">
          <ac:chgData name="Daniel Felipe Romero Bernal" userId="d29dba75d7369b69" providerId="LiveId" clId="{4DAFD642-6008-9A4E-8D5F-87F3B726E521}" dt="2025-08-07T23:06:19.507" v="1822" actId="20577"/>
          <ac:spMkLst>
            <pc:docMk/>
            <pc:sldMk cId="1741021713" sldId="263"/>
            <ac:spMk id="3" creationId="{4D624FE3-AA04-DFC2-7784-A0FEB26DC04D}"/>
          </ac:spMkLst>
        </pc:spChg>
      </pc:sldChg>
      <pc:sldChg chg="modSp mod">
        <pc:chgData name="Daniel Felipe Romero Bernal" userId="d29dba75d7369b69" providerId="LiveId" clId="{4DAFD642-6008-9A4E-8D5F-87F3B726E521}" dt="2025-08-07T23:07:33.566" v="1842" actId="20577"/>
        <pc:sldMkLst>
          <pc:docMk/>
          <pc:sldMk cId="970446925" sldId="264"/>
        </pc:sldMkLst>
        <pc:spChg chg="mod">
          <ac:chgData name="Daniel Felipe Romero Bernal" userId="d29dba75d7369b69" providerId="LiveId" clId="{4DAFD642-6008-9A4E-8D5F-87F3B726E521}" dt="2025-08-07T23:07:30.563" v="1841" actId="20577"/>
          <ac:spMkLst>
            <pc:docMk/>
            <pc:sldMk cId="970446925" sldId="264"/>
            <ac:spMk id="2" creationId="{C78DC3F3-C209-86A4-28E3-8DFA460EC1F3}"/>
          </ac:spMkLst>
        </pc:spChg>
        <pc:spChg chg="mod">
          <ac:chgData name="Daniel Felipe Romero Bernal" userId="d29dba75d7369b69" providerId="LiveId" clId="{4DAFD642-6008-9A4E-8D5F-87F3B726E521}" dt="2025-08-07T23:07:33.566" v="1842" actId="20577"/>
          <ac:spMkLst>
            <pc:docMk/>
            <pc:sldMk cId="970446925" sldId="264"/>
            <ac:spMk id="3" creationId="{E0AF9882-A401-AFA4-EA97-05574D814BF7}"/>
          </ac:spMkLst>
        </pc:spChg>
      </pc:sldChg>
      <pc:sldChg chg="addSp delSp modSp mod delAnim modAnim">
        <pc:chgData name="Daniel Felipe Romero Bernal" userId="d29dba75d7369b69" providerId="LiveId" clId="{4DAFD642-6008-9A4E-8D5F-87F3B726E521}" dt="2025-08-07T19:47:21.710" v="1604"/>
        <pc:sldMkLst>
          <pc:docMk/>
          <pc:sldMk cId="2173206295" sldId="268"/>
        </pc:sldMkLst>
        <pc:spChg chg="mod">
          <ac:chgData name="Daniel Felipe Romero Bernal" userId="d29dba75d7369b69" providerId="LiveId" clId="{4DAFD642-6008-9A4E-8D5F-87F3B726E521}" dt="2025-08-07T19:43:09.846" v="1418" actId="20577"/>
          <ac:spMkLst>
            <pc:docMk/>
            <pc:sldMk cId="2173206295" sldId="268"/>
            <ac:spMk id="2" creationId="{4423D648-B35B-0F13-A6CE-969D65619C8D}"/>
          </ac:spMkLst>
        </pc:spChg>
        <pc:spChg chg="mod">
          <ac:chgData name="Daniel Felipe Romero Bernal" userId="d29dba75d7369b69" providerId="LiveId" clId="{4DAFD642-6008-9A4E-8D5F-87F3B726E521}" dt="2025-08-07T19:44:05.067" v="1586" actId="1076"/>
          <ac:spMkLst>
            <pc:docMk/>
            <pc:sldMk cId="2173206295" sldId="268"/>
            <ac:spMk id="3" creationId="{7BBE59FD-AC17-6C3B-BBD9-F08FA636E4B8}"/>
          </ac:spMkLst>
        </pc:spChg>
        <pc:picChg chg="add mod">
          <ac:chgData name="Daniel Felipe Romero Bernal" userId="d29dba75d7369b69" providerId="LiveId" clId="{4DAFD642-6008-9A4E-8D5F-87F3B726E521}" dt="2025-08-07T19:46:00.202" v="1596" actId="1076"/>
          <ac:picMkLst>
            <pc:docMk/>
            <pc:sldMk cId="2173206295" sldId="268"/>
            <ac:picMk id="16" creationId="{02B98A1E-D9E3-5283-03BB-99E6C58E22EA}"/>
          </ac:picMkLst>
        </pc:picChg>
        <pc:picChg chg="add mod">
          <ac:chgData name="Daniel Felipe Romero Bernal" userId="d29dba75d7369b69" providerId="LiveId" clId="{4DAFD642-6008-9A4E-8D5F-87F3B726E521}" dt="2025-08-07T19:46:55.697" v="1603" actId="1076"/>
          <ac:picMkLst>
            <pc:docMk/>
            <pc:sldMk cId="2173206295" sldId="268"/>
            <ac:picMk id="17" creationId="{51607148-63C3-BF70-E8A2-7C9E9476D85E}"/>
          </ac:picMkLst>
        </pc:picChg>
      </pc:sldChg>
      <pc:sldChg chg="del">
        <pc:chgData name="Daniel Felipe Romero Bernal" userId="d29dba75d7369b69" providerId="LiveId" clId="{4DAFD642-6008-9A4E-8D5F-87F3B726E521}" dt="2025-08-08T18:19:44.056" v="4507" actId="2696"/>
        <pc:sldMkLst>
          <pc:docMk/>
          <pc:sldMk cId="3935184971" sldId="272"/>
        </pc:sldMkLst>
      </pc:sldChg>
      <pc:sldChg chg="addSp delSp modSp mod modAnim">
        <pc:chgData name="Daniel Felipe Romero Bernal" userId="d29dba75d7369b69" providerId="LiveId" clId="{4DAFD642-6008-9A4E-8D5F-87F3B726E521}" dt="2025-08-07T19:53:56.146" v="1624"/>
        <pc:sldMkLst>
          <pc:docMk/>
          <pc:sldMk cId="1210844118" sldId="273"/>
        </pc:sldMkLst>
        <pc:picChg chg="add mod">
          <ac:chgData name="Daniel Felipe Romero Bernal" userId="d29dba75d7369b69" providerId="LiveId" clId="{4DAFD642-6008-9A4E-8D5F-87F3B726E521}" dt="2025-08-07T19:53:37.141" v="1621" actId="1076"/>
          <ac:picMkLst>
            <pc:docMk/>
            <pc:sldMk cId="1210844118" sldId="273"/>
            <ac:picMk id="1026" creationId="{2F86A6F2-0499-2F7E-DBAA-CE9B99B7F997}"/>
          </ac:picMkLst>
        </pc:picChg>
        <pc:picChg chg="add mod">
          <ac:chgData name="Daniel Felipe Romero Bernal" userId="d29dba75d7369b69" providerId="LiveId" clId="{4DAFD642-6008-9A4E-8D5F-87F3B726E521}" dt="2025-08-07T19:52:38.943" v="1612" actId="14100"/>
          <ac:picMkLst>
            <pc:docMk/>
            <pc:sldMk cId="1210844118" sldId="273"/>
            <ac:picMk id="1027" creationId="{FBBAB49E-474B-9BAE-F780-DD0180F47067}"/>
          </ac:picMkLst>
        </pc:picChg>
        <pc:picChg chg="mod">
          <ac:chgData name="Daniel Felipe Romero Bernal" userId="d29dba75d7369b69" providerId="LiveId" clId="{4DAFD642-6008-9A4E-8D5F-87F3B726E521}" dt="2025-08-07T19:53:32.822" v="1620" actId="14100"/>
          <ac:picMkLst>
            <pc:docMk/>
            <pc:sldMk cId="1210844118" sldId="273"/>
            <ac:picMk id="5126" creationId="{FF197722-6BD4-FCEE-20FB-5E0055FAE747}"/>
          </ac:picMkLst>
        </pc:picChg>
      </pc:sldChg>
      <pc:sldChg chg="modSp add mod ord">
        <pc:chgData name="Daniel Felipe Romero Bernal" userId="d29dba75d7369b69" providerId="LiveId" clId="{4DAFD642-6008-9A4E-8D5F-87F3B726E521}" dt="2025-08-07T23:07:49.855" v="1862" actId="20577"/>
        <pc:sldMkLst>
          <pc:docMk/>
          <pc:sldMk cId="241730014" sldId="274"/>
        </pc:sldMkLst>
        <pc:spChg chg="mod">
          <ac:chgData name="Daniel Felipe Romero Bernal" userId="d29dba75d7369b69" providerId="LiveId" clId="{4DAFD642-6008-9A4E-8D5F-87F3B726E521}" dt="2025-08-07T23:07:48.007" v="1861" actId="20577"/>
          <ac:spMkLst>
            <pc:docMk/>
            <pc:sldMk cId="241730014" sldId="274"/>
            <ac:spMk id="2" creationId="{3A02AEDD-68ED-8C41-BA62-400A94DA26D0}"/>
          </ac:spMkLst>
        </pc:spChg>
        <pc:spChg chg="mod">
          <ac:chgData name="Daniel Felipe Romero Bernal" userId="d29dba75d7369b69" providerId="LiveId" clId="{4DAFD642-6008-9A4E-8D5F-87F3B726E521}" dt="2025-08-07T23:07:49.855" v="1862" actId="20577"/>
          <ac:spMkLst>
            <pc:docMk/>
            <pc:sldMk cId="241730014" sldId="274"/>
            <ac:spMk id="3" creationId="{5FDE6F64-D571-B011-5F56-DE339DB584B1}"/>
          </ac:spMkLst>
        </pc:spChg>
      </pc:sldChg>
      <pc:sldChg chg="modSp del">
        <pc:chgData name="Daniel Felipe Romero Bernal" userId="d29dba75d7369b69" providerId="LiveId" clId="{4DAFD642-6008-9A4E-8D5F-87F3B726E521}" dt="2025-08-07T16:04:12.049" v="4" actId="2696"/>
        <pc:sldMkLst>
          <pc:docMk/>
          <pc:sldMk cId="1856917355" sldId="275"/>
        </pc:sldMkLst>
      </pc:sldChg>
      <pc:sldChg chg="new">
        <pc:chgData name="Daniel Felipe Romero Bernal" userId="d29dba75d7369b69" providerId="LiveId" clId="{4DAFD642-6008-9A4E-8D5F-87F3B726E521}" dt="2025-08-07T16:28:42.003" v="294" actId="680"/>
        <pc:sldMkLst>
          <pc:docMk/>
          <pc:sldMk cId="3996961824" sldId="275"/>
        </pc:sldMkLst>
      </pc:sldChg>
      <pc:sldChg chg="addSp modSp new mod">
        <pc:chgData name="Daniel Felipe Romero Bernal" userId="d29dba75d7369b69" providerId="LiveId" clId="{4DAFD642-6008-9A4E-8D5F-87F3B726E521}" dt="2025-08-08T20:41:00.149" v="4985" actId="1076"/>
        <pc:sldMkLst>
          <pc:docMk/>
          <pc:sldMk cId="2014875093" sldId="276"/>
        </pc:sldMkLst>
        <pc:spChg chg="mod">
          <ac:chgData name="Daniel Felipe Romero Bernal" userId="d29dba75d7369b69" providerId="LiveId" clId="{4DAFD642-6008-9A4E-8D5F-87F3B726E521}" dt="2025-08-07T18:59:37.704" v="1119" actId="404"/>
          <ac:spMkLst>
            <pc:docMk/>
            <pc:sldMk cId="2014875093" sldId="276"/>
            <ac:spMk id="2" creationId="{4EBDE72F-1463-EB86-C83E-17B5AF339815}"/>
          </ac:spMkLst>
        </pc:spChg>
        <pc:spChg chg="mod">
          <ac:chgData name="Daniel Felipe Romero Bernal" userId="d29dba75d7369b69" providerId="LiveId" clId="{4DAFD642-6008-9A4E-8D5F-87F3B726E521}" dt="2025-08-07T19:05:48.815" v="1358" actId="20577"/>
          <ac:spMkLst>
            <pc:docMk/>
            <pc:sldMk cId="2014875093" sldId="276"/>
            <ac:spMk id="3" creationId="{F07FF0E5-3585-2E21-6F72-610FCAB4BFAB}"/>
          </ac:spMkLst>
        </pc:spChg>
        <pc:spChg chg="add mod">
          <ac:chgData name="Daniel Felipe Romero Bernal" userId="d29dba75d7369b69" providerId="LiveId" clId="{4DAFD642-6008-9A4E-8D5F-87F3B726E521}" dt="2025-08-08T20:39:43.947" v="4981" actId="1076"/>
          <ac:spMkLst>
            <pc:docMk/>
            <pc:sldMk cId="2014875093" sldId="276"/>
            <ac:spMk id="5" creationId="{D9F0A67F-C086-90FA-5A2C-88B2996ACD1B}"/>
          </ac:spMkLst>
        </pc:spChg>
        <pc:picChg chg="add mod">
          <ac:chgData name="Daniel Felipe Romero Bernal" userId="d29dba75d7369b69" providerId="LiveId" clId="{4DAFD642-6008-9A4E-8D5F-87F3B726E521}" dt="2025-08-08T20:41:00.149" v="4985" actId="1076"/>
          <ac:picMkLst>
            <pc:docMk/>
            <pc:sldMk cId="2014875093" sldId="276"/>
            <ac:picMk id="6" creationId="{88ED4047-D80D-0509-E4BE-348C2CA18056}"/>
          </ac:picMkLst>
        </pc:picChg>
      </pc:sldChg>
      <pc:sldChg chg="addSp delSp modSp add mod delAnim modAnim">
        <pc:chgData name="Daniel Felipe Romero Bernal" userId="d29dba75d7369b69" providerId="LiveId" clId="{4DAFD642-6008-9A4E-8D5F-87F3B726E521}" dt="2025-08-07T17:31:47.582" v="1080"/>
        <pc:sldMkLst>
          <pc:docMk/>
          <pc:sldMk cId="3675540984" sldId="277"/>
        </pc:sldMkLst>
        <pc:spChg chg="mod">
          <ac:chgData name="Daniel Felipe Romero Bernal" userId="d29dba75d7369b69" providerId="LiveId" clId="{4DAFD642-6008-9A4E-8D5F-87F3B726E521}" dt="2025-08-07T17:08:27.961" v="472" actId="20577"/>
          <ac:spMkLst>
            <pc:docMk/>
            <pc:sldMk cId="3675540984" sldId="277"/>
            <ac:spMk id="2" creationId="{B92A2EE8-1444-AABD-A1BA-7E082CC2D785}"/>
          </ac:spMkLst>
        </pc:spChg>
        <pc:spChg chg="add mod">
          <ac:chgData name="Daniel Felipe Romero Bernal" userId="d29dba75d7369b69" providerId="LiveId" clId="{4DAFD642-6008-9A4E-8D5F-87F3B726E521}" dt="2025-08-07T17:23:55.561" v="643" actId="408"/>
          <ac:spMkLst>
            <pc:docMk/>
            <pc:sldMk cId="3675540984" sldId="277"/>
            <ac:spMk id="3" creationId="{2AF8C0D3-B36A-7E22-08CE-EF53719308CE}"/>
          </ac:spMkLst>
        </pc:spChg>
        <pc:spChg chg="add mod">
          <ac:chgData name="Daniel Felipe Romero Bernal" userId="d29dba75d7369b69" providerId="LiveId" clId="{4DAFD642-6008-9A4E-8D5F-87F3B726E521}" dt="2025-08-07T17:23:30.696" v="639" actId="408"/>
          <ac:spMkLst>
            <pc:docMk/>
            <pc:sldMk cId="3675540984" sldId="277"/>
            <ac:spMk id="4" creationId="{E6EB0058-6D4E-25F3-056B-AAEB17603338}"/>
          </ac:spMkLst>
        </pc:spChg>
        <pc:spChg chg="add mod">
          <ac:chgData name="Daniel Felipe Romero Bernal" userId="d29dba75d7369b69" providerId="LiveId" clId="{4DAFD642-6008-9A4E-8D5F-87F3B726E521}" dt="2025-08-07T17:25:18.345" v="775" actId="20577"/>
          <ac:spMkLst>
            <pc:docMk/>
            <pc:sldMk cId="3675540984" sldId="277"/>
            <ac:spMk id="11" creationId="{75707021-7447-3EC4-B38E-D84602459525}"/>
          </ac:spMkLst>
        </pc:spChg>
        <pc:spChg chg="add mod">
          <ac:chgData name="Daniel Felipe Romero Bernal" userId="d29dba75d7369b69" providerId="LiveId" clId="{4DAFD642-6008-9A4E-8D5F-87F3B726E521}" dt="2025-08-07T17:24:53.874" v="677" actId="20577"/>
          <ac:spMkLst>
            <pc:docMk/>
            <pc:sldMk cId="3675540984" sldId="277"/>
            <ac:spMk id="12" creationId="{8075B5F1-93C2-379E-A4EA-A5507526FBE6}"/>
          </ac:spMkLst>
        </pc:spChg>
        <pc:spChg chg="add mod">
          <ac:chgData name="Daniel Felipe Romero Bernal" userId="d29dba75d7369b69" providerId="LiveId" clId="{4DAFD642-6008-9A4E-8D5F-87F3B726E521}" dt="2025-08-07T17:26:36.506" v="924" actId="20577"/>
          <ac:spMkLst>
            <pc:docMk/>
            <pc:sldMk cId="3675540984" sldId="277"/>
            <ac:spMk id="13" creationId="{62E24152-DE65-0397-F651-4AA376332C63}"/>
          </ac:spMkLst>
        </pc:spChg>
        <pc:spChg chg="add mod">
          <ac:chgData name="Daniel Felipe Romero Bernal" userId="d29dba75d7369b69" providerId="LiveId" clId="{4DAFD642-6008-9A4E-8D5F-87F3B726E521}" dt="2025-08-07T17:25:30.113" v="786" actId="20577"/>
          <ac:spMkLst>
            <pc:docMk/>
            <pc:sldMk cId="3675540984" sldId="277"/>
            <ac:spMk id="14" creationId="{98D7AA08-2868-7BF7-C6ED-833119F5DE2F}"/>
          </ac:spMkLst>
        </pc:spChg>
        <pc:spChg chg="add mod">
          <ac:chgData name="Daniel Felipe Romero Bernal" userId="d29dba75d7369b69" providerId="LiveId" clId="{4DAFD642-6008-9A4E-8D5F-87F3B726E521}" dt="2025-08-07T17:28:00.449" v="1076" actId="20577"/>
          <ac:spMkLst>
            <pc:docMk/>
            <pc:sldMk cId="3675540984" sldId="277"/>
            <ac:spMk id="15" creationId="{8AAEF68A-1F48-15D2-AA51-F043CCB4CB86}"/>
          </ac:spMkLst>
        </pc:spChg>
        <pc:spChg chg="add mod">
          <ac:chgData name="Daniel Felipe Romero Bernal" userId="d29dba75d7369b69" providerId="LiveId" clId="{4DAFD642-6008-9A4E-8D5F-87F3B726E521}" dt="2025-08-07T17:23:30.696" v="639" actId="408"/>
          <ac:spMkLst>
            <pc:docMk/>
            <pc:sldMk cId="3675540984" sldId="277"/>
            <ac:spMk id="16" creationId="{8C7A708F-3D83-A704-9F7F-61070D86E02A}"/>
          </ac:spMkLst>
        </pc:spChg>
      </pc:sldChg>
      <pc:sldChg chg="add">
        <pc:chgData name="Daniel Felipe Romero Bernal" userId="d29dba75d7369b69" providerId="LiveId" clId="{4DAFD642-6008-9A4E-8D5F-87F3B726E521}" dt="2025-08-07T19:42:56.881" v="1359" actId="2890"/>
        <pc:sldMkLst>
          <pc:docMk/>
          <pc:sldMk cId="3906211798" sldId="278"/>
        </pc:sldMkLst>
      </pc:sldChg>
      <pc:sldChg chg="addSp delSp modSp add mod ord delAnim">
        <pc:chgData name="Daniel Felipe Romero Bernal" userId="d29dba75d7369b69" providerId="LiveId" clId="{4DAFD642-6008-9A4E-8D5F-87F3B726E521}" dt="2025-08-08T00:45:53.330" v="2256" actId="1076"/>
        <pc:sldMkLst>
          <pc:docMk/>
          <pc:sldMk cId="1132638435" sldId="279"/>
        </pc:sldMkLst>
        <pc:spChg chg="mod">
          <ac:chgData name="Daniel Felipe Romero Bernal" userId="d29dba75d7369b69" providerId="LiveId" clId="{4DAFD642-6008-9A4E-8D5F-87F3B726E521}" dt="2025-08-08T00:45:37.483" v="2248" actId="20577"/>
          <ac:spMkLst>
            <pc:docMk/>
            <pc:sldMk cId="1132638435" sldId="279"/>
            <ac:spMk id="2" creationId="{0888765B-04DE-AE3E-2C89-9C62AD59311B}"/>
          </ac:spMkLst>
        </pc:spChg>
        <pc:spChg chg="del">
          <ac:chgData name="Daniel Felipe Romero Bernal" userId="d29dba75d7369b69" providerId="LiveId" clId="{4DAFD642-6008-9A4E-8D5F-87F3B726E521}" dt="2025-08-08T00:45:40.447" v="2249" actId="478"/>
          <ac:spMkLst>
            <pc:docMk/>
            <pc:sldMk cId="1132638435" sldId="279"/>
            <ac:spMk id="3" creationId="{798AE2ED-6B6C-11AC-A643-23C01B1E6421}"/>
          </ac:spMkLst>
        </pc:spChg>
        <pc:spChg chg="del">
          <ac:chgData name="Daniel Felipe Romero Bernal" userId="d29dba75d7369b69" providerId="LiveId" clId="{4DAFD642-6008-9A4E-8D5F-87F3B726E521}" dt="2025-08-08T00:45:42.842" v="2251" actId="478"/>
          <ac:spMkLst>
            <pc:docMk/>
            <pc:sldMk cId="1132638435" sldId="279"/>
            <ac:spMk id="4" creationId="{127679D6-1612-0C86-0CC0-BEEFCE33F1D4}"/>
          </ac:spMkLst>
        </pc:spChg>
        <pc:spChg chg="add del mod">
          <ac:chgData name="Daniel Felipe Romero Bernal" userId="d29dba75d7369b69" providerId="LiveId" clId="{4DAFD642-6008-9A4E-8D5F-87F3B726E521}" dt="2025-08-08T00:45:41.715" v="2250" actId="478"/>
          <ac:spMkLst>
            <pc:docMk/>
            <pc:sldMk cId="1132638435" sldId="279"/>
            <ac:spMk id="16" creationId="{0E632A2D-E386-A3F2-B157-86F51B54727B}"/>
          </ac:spMkLst>
        </pc:spChg>
        <pc:grpChg chg="del">
          <ac:chgData name="Daniel Felipe Romero Bernal" userId="d29dba75d7369b69" providerId="LiveId" clId="{4DAFD642-6008-9A4E-8D5F-87F3B726E521}" dt="2025-08-08T00:45:42.842" v="2251" actId="478"/>
          <ac:grpSpMkLst>
            <pc:docMk/>
            <pc:sldMk cId="1132638435" sldId="279"/>
            <ac:grpSpMk id="13" creationId="{39614B6B-7291-3D26-3B43-B3B6B617AB40}"/>
          </ac:grpSpMkLst>
        </pc:grpChg>
        <pc:grpChg chg="del">
          <ac:chgData name="Daniel Felipe Romero Bernal" userId="d29dba75d7369b69" providerId="LiveId" clId="{4DAFD642-6008-9A4E-8D5F-87F3B726E521}" dt="2025-08-08T00:45:42.842" v="2251" actId="478"/>
          <ac:grpSpMkLst>
            <pc:docMk/>
            <pc:sldMk cId="1132638435" sldId="279"/>
            <ac:grpSpMk id="14" creationId="{4A8174E4-3991-C104-7B79-425BB29A4E08}"/>
          </ac:grpSpMkLst>
        </pc:grpChg>
        <pc:picChg chg="add mod">
          <ac:chgData name="Daniel Felipe Romero Bernal" userId="d29dba75d7369b69" providerId="LiveId" clId="{4DAFD642-6008-9A4E-8D5F-87F3B726E521}" dt="2025-08-08T00:45:53.330" v="2256" actId="1076"/>
          <ac:picMkLst>
            <pc:docMk/>
            <pc:sldMk cId="1132638435" sldId="279"/>
            <ac:picMk id="3074" creationId="{18CBC8F8-EC18-29C1-AD1A-5A45B1487034}"/>
          </ac:picMkLst>
        </pc:picChg>
      </pc:sldChg>
      <pc:sldChg chg="addSp delSp modSp add mod delAnim">
        <pc:chgData name="Daniel Felipe Romero Bernal" userId="d29dba75d7369b69" providerId="LiveId" clId="{4DAFD642-6008-9A4E-8D5F-87F3B726E521}" dt="2025-08-08T01:18:12.098" v="2586" actId="20577"/>
        <pc:sldMkLst>
          <pc:docMk/>
          <pc:sldMk cId="3171311310" sldId="280"/>
        </pc:sldMkLst>
        <pc:spChg chg="mod">
          <ac:chgData name="Daniel Felipe Romero Bernal" userId="d29dba75d7369b69" providerId="LiveId" clId="{4DAFD642-6008-9A4E-8D5F-87F3B726E521}" dt="2025-08-08T00:48:16.174" v="2486" actId="20577"/>
          <ac:spMkLst>
            <pc:docMk/>
            <pc:sldMk cId="3171311310" sldId="280"/>
            <ac:spMk id="2" creationId="{2C54F100-7F98-8B54-465F-DA7EC9CFB25F}"/>
          </ac:spMkLst>
        </pc:spChg>
        <pc:spChg chg="mod">
          <ac:chgData name="Daniel Felipe Romero Bernal" userId="d29dba75d7369b69" providerId="LiveId" clId="{4DAFD642-6008-9A4E-8D5F-87F3B726E521}" dt="2025-08-08T01:18:12.098" v="2586" actId="20577"/>
          <ac:spMkLst>
            <pc:docMk/>
            <pc:sldMk cId="3171311310" sldId="280"/>
            <ac:spMk id="3" creationId="{3D8539B2-82F0-84EB-C898-FB8A7360C2AA}"/>
          </ac:spMkLst>
        </pc:spChg>
        <pc:spChg chg="del">
          <ac:chgData name="Daniel Felipe Romero Bernal" userId="d29dba75d7369b69" providerId="LiveId" clId="{4DAFD642-6008-9A4E-8D5F-87F3B726E521}" dt="2025-08-08T00:59:27.955" v="2582" actId="478"/>
          <ac:spMkLst>
            <pc:docMk/>
            <pc:sldMk cId="3171311310" sldId="280"/>
            <ac:spMk id="4" creationId="{16E33482-16C7-94CE-F523-D104684A0590}"/>
          </ac:spMkLst>
        </pc:spChg>
        <pc:spChg chg="add">
          <ac:chgData name="Daniel Felipe Romero Bernal" userId="d29dba75d7369b69" providerId="LiveId" clId="{4DAFD642-6008-9A4E-8D5F-87F3B726E521}" dt="2025-08-08T01:00:47.230" v="2583"/>
          <ac:spMkLst>
            <pc:docMk/>
            <pc:sldMk cId="3171311310" sldId="280"/>
            <ac:spMk id="15" creationId="{75CB3982-A006-FCD3-F0CB-CDA37AB0FB1C}"/>
          </ac:spMkLst>
        </pc:spChg>
        <pc:grpChg chg="del">
          <ac:chgData name="Daniel Felipe Romero Bernal" userId="d29dba75d7369b69" providerId="LiveId" clId="{4DAFD642-6008-9A4E-8D5F-87F3B726E521}" dt="2025-08-08T00:59:27.955" v="2582" actId="478"/>
          <ac:grpSpMkLst>
            <pc:docMk/>
            <pc:sldMk cId="3171311310" sldId="280"/>
            <ac:grpSpMk id="13" creationId="{B175037F-94F3-2951-0BD0-E98ABA546FBE}"/>
          </ac:grpSpMkLst>
        </pc:grpChg>
        <pc:grpChg chg="del">
          <ac:chgData name="Daniel Felipe Romero Bernal" userId="d29dba75d7369b69" providerId="LiveId" clId="{4DAFD642-6008-9A4E-8D5F-87F3B726E521}" dt="2025-08-08T00:59:27.955" v="2582" actId="478"/>
          <ac:grpSpMkLst>
            <pc:docMk/>
            <pc:sldMk cId="3171311310" sldId="280"/>
            <ac:grpSpMk id="14" creationId="{1BB8152C-94EB-2EC4-560F-5668E521710B}"/>
          </ac:grpSpMkLst>
        </pc:grpChg>
        <pc:picChg chg="add mod">
          <ac:chgData name="Daniel Felipe Romero Bernal" userId="d29dba75d7369b69" providerId="LiveId" clId="{4DAFD642-6008-9A4E-8D5F-87F3B726E521}" dt="2025-08-08T01:06:06.197" v="2585" actId="1076"/>
          <ac:picMkLst>
            <pc:docMk/>
            <pc:sldMk cId="3171311310" sldId="280"/>
            <ac:picMk id="5124" creationId="{C9D050D0-564D-A6E6-8736-F0FE14012BF4}"/>
          </ac:picMkLst>
        </pc:picChg>
      </pc:sldChg>
      <pc:sldChg chg="addSp delSp modSp add mod delAnim">
        <pc:chgData name="Daniel Felipe Romero Bernal" userId="d29dba75d7369b69" providerId="LiveId" clId="{4DAFD642-6008-9A4E-8D5F-87F3B726E521}" dt="2025-08-08T00:44:48.227" v="2223" actId="14100"/>
        <pc:sldMkLst>
          <pc:docMk/>
          <pc:sldMk cId="1026287288" sldId="281"/>
        </pc:sldMkLst>
        <pc:spChg chg="mod">
          <ac:chgData name="Daniel Felipe Romero Bernal" userId="d29dba75d7369b69" providerId="LiveId" clId="{4DAFD642-6008-9A4E-8D5F-87F3B726E521}" dt="2025-08-08T00:30:12.017" v="1903" actId="20577"/>
          <ac:spMkLst>
            <pc:docMk/>
            <pc:sldMk cId="1026287288" sldId="281"/>
            <ac:spMk id="2" creationId="{EDCB5917-D3CD-4EE7-70D4-A9C95BE43154}"/>
          </ac:spMkLst>
        </pc:spChg>
        <pc:spChg chg="mod">
          <ac:chgData name="Daniel Felipe Romero Bernal" userId="d29dba75d7369b69" providerId="LiveId" clId="{4DAFD642-6008-9A4E-8D5F-87F3B726E521}" dt="2025-08-08T00:32:30.997" v="2218" actId="20577"/>
          <ac:spMkLst>
            <pc:docMk/>
            <pc:sldMk cId="1026287288" sldId="281"/>
            <ac:spMk id="3" creationId="{4874AA93-5DC7-67F2-197C-B01CEB476FD4}"/>
          </ac:spMkLst>
        </pc:spChg>
        <pc:spChg chg="del">
          <ac:chgData name="Daniel Felipe Romero Bernal" userId="d29dba75d7369b69" providerId="LiveId" clId="{4DAFD642-6008-9A4E-8D5F-87F3B726E521}" dt="2025-08-08T00:30:50.257" v="2054" actId="478"/>
          <ac:spMkLst>
            <pc:docMk/>
            <pc:sldMk cId="1026287288" sldId="281"/>
            <ac:spMk id="4" creationId="{8B748F5C-C386-2DDB-D15E-F67DDA2C8A69}"/>
          </ac:spMkLst>
        </pc:spChg>
        <pc:grpChg chg="del">
          <ac:chgData name="Daniel Felipe Romero Bernal" userId="d29dba75d7369b69" providerId="LiveId" clId="{4DAFD642-6008-9A4E-8D5F-87F3B726E521}" dt="2025-08-08T00:30:50.257" v="2054" actId="478"/>
          <ac:grpSpMkLst>
            <pc:docMk/>
            <pc:sldMk cId="1026287288" sldId="281"/>
            <ac:grpSpMk id="13" creationId="{B0FAAFB1-2168-89F9-0A84-3E6845400290}"/>
          </ac:grpSpMkLst>
        </pc:grpChg>
        <pc:grpChg chg="del">
          <ac:chgData name="Daniel Felipe Romero Bernal" userId="d29dba75d7369b69" providerId="LiveId" clId="{4DAFD642-6008-9A4E-8D5F-87F3B726E521}" dt="2025-08-08T00:30:50.257" v="2054" actId="478"/>
          <ac:grpSpMkLst>
            <pc:docMk/>
            <pc:sldMk cId="1026287288" sldId="281"/>
            <ac:grpSpMk id="14" creationId="{0EA60BAD-3191-7770-D9E5-6B80C356C741}"/>
          </ac:grpSpMkLst>
        </pc:grpChg>
        <pc:picChg chg="add del mod">
          <ac:chgData name="Daniel Felipe Romero Bernal" userId="d29dba75d7369b69" providerId="LiveId" clId="{4DAFD642-6008-9A4E-8D5F-87F3B726E521}" dt="2025-08-08T00:44:42.992" v="2220" actId="478"/>
          <ac:picMkLst>
            <pc:docMk/>
            <pc:sldMk cId="1026287288" sldId="281"/>
            <ac:picMk id="15" creationId="{A10F597C-8440-B599-1FEA-1CED698D2552}"/>
          </ac:picMkLst>
        </pc:picChg>
        <pc:picChg chg="add mod">
          <ac:chgData name="Daniel Felipe Romero Bernal" userId="d29dba75d7369b69" providerId="LiveId" clId="{4DAFD642-6008-9A4E-8D5F-87F3B726E521}" dt="2025-08-08T00:44:48.227" v="2223" actId="14100"/>
          <ac:picMkLst>
            <pc:docMk/>
            <pc:sldMk cId="1026287288" sldId="281"/>
            <ac:picMk id="2050" creationId="{9952E6D1-57A8-4DA3-FBCC-90AA24532C8C}"/>
          </ac:picMkLst>
        </pc:picChg>
      </pc:sldChg>
      <pc:sldChg chg="modSp new mod">
        <pc:chgData name="Daniel Felipe Romero Bernal" userId="d29dba75d7369b69" providerId="LiveId" clId="{4DAFD642-6008-9A4E-8D5F-87F3B726E521}" dt="2025-08-08T00:47:38.810" v="2416" actId="20577"/>
        <pc:sldMkLst>
          <pc:docMk/>
          <pc:sldMk cId="2639355735" sldId="282"/>
        </pc:sldMkLst>
        <pc:spChg chg="mod">
          <ac:chgData name="Daniel Felipe Romero Bernal" userId="d29dba75d7369b69" providerId="LiveId" clId="{4DAFD642-6008-9A4E-8D5F-87F3B726E521}" dt="2025-08-08T00:46:40.331" v="2292" actId="5793"/>
          <ac:spMkLst>
            <pc:docMk/>
            <pc:sldMk cId="2639355735" sldId="282"/>
            <ac:spMk id="2" creationId="{026EC83E-1AAC-4B4C-689C-9C8684E3F7D9}"/>
          </ac:spMkLst>
        </pc:spChg>
        <pc:spChg chg="mod">
          <ac:chgData name="Daniel Felipe Romero Bernal" userId="d29dba75d7369b69" providerId="LiveId" clId="{4DAFD642-6008-9A4E-8D5F-87F3B726E521}" dt="2025-08-08T00:47:38.810" v="2416" actId="20577"/>
          <ac:spMkLst>
            <pc:docMk/>
            <pc:sldMk cId="2639355735" sldId="282"/>
            <ac:spMk id="3" creationId="{AC1F07B4-4EBC-7DDC-053F-F1F98F6B4F56}"/>
          </ac:spMkLst>
        </pc:spChg>
      </pc:sldChg>
      <pc:sldChg chg="add del">
        <pc:chgData name="Daniel Felipe Romero Bernal" userId="d29dba75d7369b69" providerId="LiveId" clId="{4DAFD642-6008-9A4E-8D5F-87F3B726E521}" dt="2025-08-08T00:48:02.728" v="2418" actId="2696"/>
        <pc:sldMkLst>
          <pc:docMk/>
          <pc:sldMk cId="3560220390" sldId="283"/>
        </pc:sldMkLst>
      </pc:sldChg>
      <pc:sldChg chg="addSp delSp modSp add mod">
        <pc:chgData name="Daniel Felipe Romero Bernal" userId="d29dba75d7369b69" providerId="LiveId" clId="{4DAFD642-6008-9A4E-8D5F-87F3B726E521}" dt="2025-08-08T01:21:17.441" v="2634" actId="14100"/>
        <pc:sldMkLst>
          <pc:docMk/>
          <pc:sldMk cId="4057126635" sldId="283"/>
        </pc:sldMkLst>
        <pc:spChg chg="mod">
          <ac:chgData name="Daniel Felipe Romero Bernal" userId="d29dba75d7369b69" providerId="LiveId" clId="{4DAFD642-6008-9A4E-8D5F-87F3B726E521}" dt="2025-08-08T01:20:40.797" v="2629" actId="58"/>
          <ac:spMkLst>
            <pc:docMk/>
            <pc:sldMk cId="4057126635" sldId="283"/>
            <ac:spMk id="2" creationId="{930BC16E-8EA6-AD41-983A-63787EC427DE}"/>
          </ac:spMkLst>
        </pc:spChg>
        <pc:spChg chg="del">
          <ac:chgData name="Daniel Felipe Romero Bernal" userId="d29dba75d7369b69" providerId="LiveId" clId="{4DAFD642-6008-9A4E-8D5F-87F3B726E521}" dt="2025-08-08T01:20:02.626" v="2588" actId="478"/>
          <ac:spMkLst>
            <pc:docMk/>
            <pc:sldMk cId="4057126635" sldId="283"/>
            <ac:spMk id="3" creationId="{2A709A12-AD9A-200D-3F32-17EFCA8FD664}"/>
          </ac:spMkLst>
        </pc:spChg>
        <pc:spChg chg="add del mod">
          <ac:chgData name="Daniel Felipe Romero Bernal" userId="d29dba75d7369b69" providerId="LiveId" clId="{4DAFD642-6008-9A4E-8D5F-87F3B726E521}" dt="2025-08-08T01:20:04.445" v="2589" actId="478"/>
          <ac:spMkLst>
            <pc:docMk/>
            <pc:sldMk cId="4057126635" sldId="283"/>
            <ac:spMk id="5" creationId="{27B8CD7B-CA90-280C-0E11-64B0C52689B9}"/>
          </ac:spMkLst>
        </pc:spChg>
        <pc:picChg chg="add mod modCrop">
          <ac:chgData name="Daniel Felipe Romero Bernal" userId="d29dba75d7369b69" providerId="LiveId" clId="{4DAFD642-6008-9A4E-8D5F-87F3B726E521}" dt="2025-08-08T01:20:24.130" v="2615" actId="1076"/>
          <ac:picMkLst>
            <pc:docMk/>
            <pc:sldMk cId="4057126635" sldId="283"/>
            <ac:picMk id="6" creationId="{A2889EE4-D32F-3389-2E3A-1CBC91648816}"/>
          </ac:picMkLst>
        </pc:picChg>
        <pc:picChg chg="add mod">
          <ac:chgData name="Daniel Felipe Romero Bernal" userId="d29dba75d7369b69" providerId="LiveId" clId="{4DAFD642-6008-9A4E-8D5F-87F3B726E521}" dt="2025-08-08T01:21:17.441" v="2634" actId="14100"/>
          <ac:picMkLst>
            <pc:docMk/>
            <pc:sldMk cId="4057126635" sldId="283"/>
            <ac:picMk id="7" creationId="{07F0C2AD-E3DA-85E6-3E56-807ED48E070B}"/>
          </ac:picMkLst>
        </pc:picChg>
        <pc:picChg chg="del">
          <ac:chgData name="Daniel Felipe Romero Bernal" userId="d29dba75d7369b69" providerId="LiveId" clId="{4DAFD642-6008-9A4E-8D5F-87F3B726E521}" dt="2025-08-08T01:20:05.250" v="2590" actId="478"/>
          <ac:picMkLst>
            <pc:docMk/>
            <pc:sldMk cId="4057126635" sldId="283"/>
            <ac:picMk id="5124" creationId="{70D260E8-A063-B371-DE45-F5AF2B98F353}"/>
          </ac:picMkLst>
        </pc:picChg>
      </pc:sldChg>
      <pc:sldChg chg="addSp delSp modSp add mod ord modAnim">
        <pc:chgData name="Daniel Felipe Romero Bernal" userId="d29dba75d7369b69" providerId="LiveId" clId="{4DAFD642-6008-9A4E-8D5F-87F3B726E521}" dt="2025-08-08T02:17:39.186" v="3044"/>
        <pc:sldMkLst>
          <pc:docMk/>
          <pc:sldMk cId="4259202512" sldId="284"/>
        </pc:sldMkLst>
        <pc:spChg chg="mod">
          <ac:chgData name="Daniel Felipe Romero Bernal" userId="d29dba75d7369b69" providerId="LiveId" clId="{4DAFD642-6008-9A4E-8D5F-87F3B726E521}" dt="2025-08-08T01:44:40.682" v="2659" actId="20577"/>
          <ac:spMkLst>
            <pc:docMk/>
            <pc:sldMk cId="4259202512" sldId="284"/>
            <ac:spMk id="2" creationId="{3A98A8E5-B654-D443-E40B-5FBD5072A165}"/>
          </ac:spMkLst>
        </pc:spChg>
        <pc:spChg chg="del">
          <ac:chgData name="Daniel Felipe Romero Bernal" userId="d29dba75d7369b69" providerId="LiveId" clId="{4DAFD642-6008-9A4E-8D5F-87F3B726E521}" dt="2025-08-08T02:10:51.547" v="2666" actId="478"/>
          <ac:spMkLst>
            <pc:docMk/>
            <pc:sldMk cId="4259202512" sldId="284"/>
            <ac:spMk id="3" creationId="{8AD8F039-97D2-8FDE-68DE-F6684B2CEE2D}"/>
          </ac:spMkLst>
        </pc:spChg>
        <pc:spChg chg="add del mod">
          <ac:chgData name="Daniel Felipe Romero Bernal" userId="d29dba75d7369b69" providerId="LiveId" clId="{4DAFD642-6008-9A4E-8D5F-87F3B726E521}" dt="2025-08-08T02:10:55.250" v="2667" actId="478"/>
          <ac:spMkLst>
            <pc:docMk/>
            <pc:sldMk cId="4259202512" sldId="284"/>
            <ac:spMk id="5" creationId="{6A8BBA3F-7A67-DD22-9D4B-4F84637B28E6}"/>
          </ac:spMkLst>
        </pc:spChg>
        <pc:spChg chg="add mod">
          <ac:chgData name="Daniel Felipe Romero Bernal" userId="d29dba75d7369b69" providerId="LiveId" clId="{4DAFD642-6008-9A4E-8D5F-87F3B726E521}" dt="2025-08-08T02:12:14.762" v="2686" actId="164"/>
          <ac:spMkLst>
            <pc:docMk/>
            <pc:sldMk cId="4259202512" sldId="284"/>
            <ac:spMk id="7" creationId="{47235DE2-0B76-B08C-370B-57E8398B1C5F}"/>
          </ac:spMkLst>
        </pc:spChg>
        <pc:spChg chg="add mod">
          <ac:chgData name="Daniel Felipe Romero Bernal" userId="d29dba75d7369b69" providerId="LiveId" clId="{4DAFD642-6008-9A4E-8D5F-87F3B726E521}" dt="2025-08-08T02:16:04.944" v="3020" actId="20577"/>
          <ac:spMkLst>
            <pc:docMk/>
            <pc:sldMk cId="4259202512" sldId="284"/>
            <ac:spMk id="9" creationId="{A0C7E976-5059-BADC-32B7-CB9127B6AF61}"/>
          </ac:spMkLst>
        </pc:spChg>
        <pc:spChg chg="add mod">
          <ac:chgData name="Daniel Felipe Romero Bernal" userId="d29dba75d7369b69" providerId="LiveId" clId="{4DAFD642-6008-9A4E-8D5F-87F3B726E521}" dt="2025-08-08T02:15:36.593" v="2925" actId="20577"/>
          <ac:spMkLst>
            <pc:docMk/>
            <pc:sldMk cId="4259202512" sldId="284"/>
            <ac:spMk id="10" creationId="{AFA46D23-9E4E-7325-992D-E0A80821EEC0}"/>
          </ac:spMkLst>
        </pc:spChg>
        <pc:spChg chg="add mod">
          <ac:chgData name="Daniel Felipe Romero Bernal" userId="d29dba75d7369b69" providerId="LiveId" clId="{4DAFD642-6008-9A4E-8D5F-87F3B726E521}" dt="2025-08-08T02:15:09.538" v="2845" actId="120"/>
          <ac:spMkLst>
            <pc:docMk/>
            <pc:sldMk cId="4259202512" sldId="284"/>
            <ac:spMk id="11" creationId="{51B2D969-0601-3890-E5D5-F83BD29E8D63}"/>
          </ac:spMkLst>
        </pc:spChg>
        <pc:spChg chg="add mod">
          <ac:chgData name="Daniel Felipe Romero Bernal" userId="d29dba75d7369b69" providerId="LiveId" clId="{4DAFD642-6008-9A4E-8D5F-87F3B726E521}" dt="2025-08-08T02:14:37.543" v="2772" actId="255"/>
          <ac:spMkLst>
            <pc:docMk/>
            <pc:sldMk cId="4259202512" sldId="284"/>
            <ac:spMk id="12" creationId="{2247439F-17B1-5187-F7E7-19C6F36EC2DD}"/>
          </ac:spMkLst>
        </pc:spChg>
        <pc:spChg chg="add mod">
          <ac:chgData name="Daniel Felipe Romero Bernal" userId="d29dba75d7369b69" providerId="LiveId" clId="{4DAFD642-6008-9A4E-8D5F-87F3B726E521}" dt="2025-08-08T02:17:00.090" v="3037" actId="1076"/>
          <ac:spMkLst>
            <pc:docMk/>
            <pc:sldMk cId="4259202512" sldId="284"/>
            <ac:spMk id="13" creationId="{1CA93EBE-07AA-7C53-D873-CA86708A5476}"/>
          </ac:spMkLst>
        </pc:spChg>
        <pc:grpChg chg="add mod">
          <ac:chgData name="Daniel Felipe Romero Bernal" userId="d29dba75d7369b69" providerId="LiveId" clId="{4DAFD642-6008-9A4E-8D5F-87F3B726E521}" dt="2025-08-08T02:12:14.762" v="2686" actId="164"/>
          <ac:grpSpMkLst>
            <pc:docMk/>
            <pc:sldMk cId="4259202512" sldId="284"/>
            <ac:grpSpMk id="8" creationId="{F8EBEC4D-2591-CC62-DAFC-495EE94F3879}"/>
          </ac:grpSpMkLst>
        </pc:grpChg>
        <pc:picChg chg="add mod">
          <ac:chgData name="Daniel Felipe Romero Bernal" userId="d29dba75d7369b69" providerId="LiveId" clId="{4DAFD642-6008-9A4E-8D5F-87F3B726E521}" dt="2025-08-08T02:12:14.762" v="2686" actId="164"/>
          <ac:picMkLst>
            <pc:docMk/>
            <pc:sldMk cId="4259202512" sldId="284"/>
            <ac:picMk id="6" creationId="{76C04DCB-D9F5-ED9A-C875-9C23329DE275}"/>
          </ac:picMkLst>
        </pc:picChg>
        <pc:picChg chg="del">
          <ac:chgData name="Daniel Felipe Romero Bernal" userId="d29dba75d7369b69" providerId="LiveId" clId="{4DAFD642-6008-9A4E-8D5F-87F3B726E521}" dt="2025-08-08T02:10:55.906" v="2668" actId="478"/>
          <ac:picMkLst>
            <pc:docMk/>
            <pc:sldMk cId="4259202512" sldId="284"/>
            <ac:picMk id="5124" creationId="{E0BAFDB4-DAFF-2064-D0D5-DD9A5CE273DE}"/>
          </ac:picMkLst>
        </pc:picChg>
      </pc:sldChg>
      <pc:sldChg chg="addSp delSp modSp add">
        <pc:chgData name="Daniel Felipe Romero Bernal" userId="d29dba75d7369b69" providerId="LiveId" clId="{4DAFD642-6008-9A4E-8D5F-87F3B726E521}" dt="2025-08-08T02:06:02.778" v="2665" actId="1076"/>
        <pc:sldMkLst>
          <pc:docMk/>
          <pc:sldMk cId="2239326055" sldId="285"/>
        </pc:sldMkLst>
        <pc:picChg chg="del">
          <ac:chgData name="Daniel Felipe Romero Bernal" userId="d29dba75d7369b69" providerId="LiveId" clId="{4DAFD642-6008-9A4E-8D5F-87F3B726E521}" dt="2025-08-08T02:05:50.799" v="2661" actId="478"/>
          <ac:picMkLst>
            <pc:docMk/>
            <pc:sldMk cId="2239326055" sldId="285"/>
            <ac:picMk id="3074" creationId="{5F8E87E8-11AB-6254-00DD-F8541C0B003E}"/>
          </ac:picMkLst>
        </pc:picChg>
        <pc:picChg chg="add mod">
          <ac:chgData name="Daniel Felipe Romero Bernal" userId="d29dba75d7369b69" providerId="LiveId" clId="{4DAFD642-6008-9A4E-8D5F-87F3B726E521}" dt="2025-08-08T02:06:02.778" v="2665" actId="1076"/>
          <ac:picMkLst>
            <pc:docMk/>
            <pc:sldMk cId="2239326055" sldId="285"/>
            <ac:picMk id="9218" creationId="{49707139-6A9A-9CB2-B27A-2DFA134122FA}"/>
          </ac:picMkLst>
        </pc:picChg>
      </pc:sldChg>
      <pc:sldChg chg="addSp delSp modSp add del mod ord delAnim">
        <pc:chgData name="Daniel Felipe Romero Bernal" userId="d29dba75d7369b69" providerId="LiveId" clId="{4DAFD642-6008-9A4E-8D5F-87F3B726E521}" dt="2025-08-08T04:41:46.871" v="3893" actId="2696"/>
        <pc:sldMkLst>
          <pc:docMk/>
          <pc:sldMk cId="3665138743" sldId="286"/>
        </pc:sldMkLst>
        <pc:spChg chg="mod">
          <ac:chgData name="Daniel Felipe Romero Bernal" userId="d29dba75d7369b69" providerId="LiveId" clId="{4DAFD642-6008-9A4E-8D5F-87F3B726E521}" dt="2025-08-08T02:29:14.751" v="3067" actId="20577"/>
          <ac:spMkLst>
            <pc:docMk/>
            <pc:sldMk cId="3665138743" sldId="286"/>
            <ac:spMk id="2" creationId="{1DBE37D1-570B-12D3-BCC1-5F932BB3714E}"/>
          </ac:spMkLst>
        </pc:spChg>
        <pc:spChg chg="del">
          <ac:chgData name="Daniel Felipe Romero Bernal" userId="d29dba75d7369b69" providerId="LiveId" clId="{4DAFD642-6008-9A4E-8D5F-87F3B726E521}" dt="2025-08-08T02:28:38.891" v="3046" actId="478"/>
          <ac:spMkLst>
            <pc:docMk/>
            <pc:sldMk cId="3665138743" sldId="286"/>
            <ac:spMk id="9" creationId="{DF08EF2A-F2D0-7C2F-532E-D6F9E81CD3CB}"/>
          </ac:spMkLst>
        </pc:spChg>
        <pc:spChg chg="del">
          <ac:chgData name="Daniel Felipe Romero Bernal" userId="d29dba75d7369b69" providerId="LiveId" clId="{4DAFD642-6008-9A4E-8D5F-87F3B726E521}" dt="2025-08-08T02:28:38.891" v="3046" actId="478"/>
          <ac:spMkLst>
            <pc:docMk/>
            <pc:sldMk cId="3665138743" sldId="286"/>
            <ac:spMk id="10" creationId="{C1B662CF-843D-5DA2-FF43-E242E5918086}"/>
          </ac:spMkLst>
        </pc:spChg>
        <pc:spChg chg="del">
          <ac:chgData name="Daniel Felipe Romero Bernal" userId="d29dba75d7369b69" providerId="LiveId" clId="{4DAFD642-6008-9A4E-8D5F-87F3B726E521}" dt="2025-08-08T02:28:38.891" v="3046" actId="478"/>
          <ac:spMkLst>
            <pc:docMk/>
            <pc:sldMk cId="3665138743" sldId="286"/>
            <ac:spMk id="11" creationId="{E3E1C007-FC08-9179-2F6A-FB42339DF9BF}"/>
          </ac:spMkLst>
        </pc:spChg>
        <pc:spChg chg="del">
          <ac:chgData name="Daniel Felipe Romero Bernal" userId="d29dba75d7369b69" providerId="LiveId" clId="{4DAFD642-6008-9A4E-8D5F-87F3B726E521}" dt="2025-08-08T02:28:38.891" v="3046" actId="478"/>
          <ac:spMkLst>
            <pc:docMk/>
            <pc:sldMk cId="3665138743" sldId="286"/>
            <ac:spMk id="12" creationId="{1029EE27-F5B8-2EBC-DBA8-48DDA01B4609}"/>
          </ac:spMkLst>
        </pc:spChg>
        <pc:spChg chg="del">
          <ac:chgData name="Daniel Felipe Romero Bernal" userId="d29dba75d7369b69" providerId="LiveId" clId="{4DAFD642-6008-9A4E-8D5F-87F3B726E521}" dt="2025-08-08T02:28:38.891" v="3046" actId="478"/>
          <ac:spMkLst>
            <pc:docMk/>
            <pc:sldMk cId="3665138743" sldId="286"/>
            <ac:spMk id="13" creationId="{4824220C-75DC-AF1F-B682-AA8EE42BC893}"/>
          </ac:spMkLst>
        </pc:spChg>
        <pc:grpChg chg="del">
          <ac:chgData name="Daniel Felipe Romero Bernal" userId="d29dba75d7369b69" providerId="LiveId" clId="{4DAFD642-6008-9A4E-8D5F-87F3B726E521}" dt="2025-08-08T02:28:38.891" v="3046" actId="478"/>
          <ac:grpSpMkLst>
            <pc:docMk/>
            <pc:sldMk cId="3665138743" sldId="286"/>
            <ac:grpSpMk id="8" creationId="{EC34680A-CF03-BDB2-19B9-A1BBD210515E}"/>
          </ac:grpSpMkLst>
        </pc:grpChg>
        <pc:picChg chg="add del">
          <ac:chgData name="Daniel Felipe Romero Bernal" userId="d29dba75d7369b69" providerId="LiveId" clId="{4DAFD642-6008-9A4E-8D5F-87F3B726E521}" dt="2025-08-08T02:28:40.806" v="3048" actId="478"/>
          <ac:picMkLst>
            <pc:docMk/>
            <pc:sldMk cId="3665138743" sldId="286"/>
            <ac:picMk id="3" creationId="{E0E5B4CC-773B-DFA4-249B-4C2E8829806F}"/>
          </ac:picMkLst>
        </pc:picChg>
        <pc:picChg chg="add del">
          <ac:chgData name="Daniel Felipe Romero Bernal" userId="d29dba75d7369b69" providerId="LiveId" clId="{4DAFD642-6008-9A4E-8D5F-87F3B726E521}" dt="2025-08-08T02:28:45.047" v="3050" actId="478"/>
          <ac:picMkLst>
            <pc:docMk/>
            <pc:sldMk cId="3665138743" sldId="286"/>
            <ac:picMk id="4" creationId="{535050D7-620B-DE59-59F9-DD2DCAB2D036}"/>
          </ac:picMkLst>
        </pc:picChg>
        <pc:picChg chg="add mod">
          <ac:chgData name="Daniel Felipe Romero Bernal" userId="d29dba75d7369b69" providerId="LiveId" clId="{4DAFD642-6008-9A4E-8D5F-87F3B726E521}" dt="2025-08-08T02:29:08.918" v="3053" actId="1076"/>
          <ac:picMkLst>
            <pc:docMk/>
            <pc:sldMk cId="3665138743" sldId="286"/>
            <ac:picMk id="5" creationId="{E78C9B13-CAC7-916E-A3BE-372B8399DD34}"/>
          </ac:picMkLst>
        </pc:picChg>
        <pc:picChg chg="add del">
          <ac:chgData name="Daniel Felipe Romero Bernal" userId="d29dba75d7369b69" providerId="LiveId" clId="{4DAFD642-6008-9A4E-8D5F-87F3B726E521}" dt="2025-08-08T03:58:41.318" v="3682" actId="21"/>
          <ac:picMkLst>
            <pc:docMk/>
            <pc:sldMk cId="3665138743" sldId="286"/>
            <ac:picMk id="14338" creationId="{8B2089B9-CDFB-06D3-7CA3-FC5D0480B583}"/>
          </ac:picMkLst>
        </pc:picChg>
      </pc:sldChg>
      <pc:sldChg chg="addSp delSp modSp add mod">
        <pc:chgData name="Daniel Felipe Romero Bernal" userId="d29dba75d7369b69" providerId="LiveId" clId="{4DAFD642-6008-9A4E-8D5F-87F3B726E521}" dt="2025-08-08T02:36:09.495" v="3103" actId="1076"/>
        <pc:sldMkLst>
          <pc:docMk/>
          <pc:sldMk cId="886059656" sldId="287"/>
        </pc:sldMkLst>
        <pc:spChg chg="mod">
          <ac:chgData name="Daniel Felipe Romero Bernal" userId="d29dba75d7369b69" providerId="LiveId" clId="{4DAFD642-6008-9A4E-8D5F-87F3B726E521}" dt="2025-08-08T02:36:02.442" v="3099" actId="20577"/>
          <ac:spMkLst>
            <pc:docMk/>
            <pc:sldMk cId="886059656" sldId="287"/>
            <ac:spMk id="2" creationId="{4DBC3A39-8920-C0D3-1321-C449CDE43A7C}"/>
          </ac:spMkLst>
        </pc:spChg>
        <pc:picChg chg="del">
          <ac:chgData name="Daniel Felipe Romero Bernal" userId="d29dba75d7369b69" providerId="LiveId" clId="{4DAFD642-6008-9A4E-8D5F-87F3B726E521}" dt="2025-08-08T02:36:04.226" v="3100" actId="478"/>
          <ac:picMkLst>
            <pc:docMk/>
            <pc:sldMk cId="886059656" sldId="287"/>
            <ac:picMk id="5" creationId="{DE33CD7B-CF0B-3BA1-DC15-213B0DF9E1D8}"/>
          </ac:picMkLst>
        </pc:picChg>
        <pc:picChg chg="add mod">
          <ac:chgData name="Daniel Felipe Romero Bernal" userId="d29dba75d7369b69" providerId="LiveId" clId="{4DAFD642-6008-9A4E-8D5F-87F3B726E521}" dt="2025-08-08T02:36:09.495" v="3103" actId="1076"/>
          <ac:picMkLst>
            <pc:docMk/>
            <pc:sldMk cId="886059656" sldId="287"/>
            <ac:picMk id="10242" creationId="{58217692-BBD7-223C-1F84-EEDD27C6725E}"/>
          </ac:picMkLst>
        </pc:picChg>
      </pc:sldChg>
      <pc:sldChg chg="addSp delSp modSp add mod">
        <pc:chgData name="Daniel Felipe Romero Bernal" userId="d29dba75d7369b69" providerId="LiveId" clId="{4DAFD642-6008-9A4E-8D5F-87F3B726E521}" dt="2025-08-08T02:41:33.500" v="3140" actId="1076"/>
        <pc:sldMkLst>
          <pc:docMk/>
          <pc:sldMk cId="3976216563" sldId="288"/>
        </pc:sldMkLst>
        <pc:spChg chg="add mod">
          <ac:chgData name="Daniel Felipe Romero Bernal" userId="d29dba75d7369b69" providerId="LiveId" clId="{4DAFD642-6008-9A4E-8D5F-87F3B726E521}" dt="2025-08-08T02:41:33.500" v="3140" actId="1076"/>
          <ac:spMkLst>
            <pc:docMk/>
            <pc:sldMk cId="3976216563" sldId="288"/>
            <ac:spMk id="4" creationId="{10452811-C691-8DDA-D2FE-C4C3121059BC}"/>
          </ac:spMkLst>
        </pc:spChg>
        <pc:picChg chg="add mod">
          <ac:chgData name="Daniel Felipe Romero Bernal" userId="d29dba75d7369b69" providerId="LiveId" clId="{4DAFD642-6008-9A4E-8D5F-87F3B726E521}" dt="2025-08-08T02:40:51.408" v="3107" actId="1076"/>
          <ac:picMkLst>
            <pc:docMk/>
            <pc:sldMk cId="3976216563" sldId="288"/>
            <ac:picMk id="3" creationId="{7200B80D-0FED-402E-CEB9-50C24E0D0849}"/>
          </ac:picMkLst>
        </pc:picChg>
        <pc:picChg chg="del">
          <ac:chgData name="Daniel Felipe Romero Bernal" userId="d29dba75d7369b69" providerId="LiveId" clId="{4DAFD642-6008-9A4E-8D5F-87F3B726E521}" dt="2025-08-08T02:40:49.190" v="3105" actId="478"/>
          <ac:picMkLst>
            <pc:docMk/>
            <pc:sldMk cId="3976216563" sldId="288"/>
            <ac:picMk id="10242" creationId="{EDE5CD65-B170-893E-6010-B48DB92F9A8F}"/>
          </ac:picMkLst>
        </pc:picChg>
      </pc:sldChg>
      <pc:sldChg chg="add del">
        <pc:chgData name="Daniel Felipe Romero Bernal" userId="d29dba75d7369b69" providerId="LiveId" clId="{4DAFD642-6008-9A4E-8D5F-87F3B726E521}" dt="2025-08-08T03:51:09.813" v="3143" actId="2696"/>
        <pc:sldMkLst>
          <pc:docMk/>
          <pc:sldMk cId="1287106044" sldId="289"/>
        </pc:sldMkLst>
      </pc:sldChg>
      <pc:sldChg chg="delSp modSp add mod ord modAnim">
        <pc:chgData name="Daniel Felipe Romero Bernal" userId="d29dba75d7369b69" providerId="LiveId" clId="{4DAFD642-6008-9A4E-8D5F-87F3B726E521}" dt="2025-08-08T03:54:59.116" v="3413" actId="20578"/>
        <pc:sldMkLst>
          <pc:docMk/>
          <pc:sldMk cId="1706517250" sldId="289"/>
        </pc:sldMkLst>
        <pc:spChg chg="mod">
          <ac:chgData name="Daniel Felipe Romero Bernal" userId="d29dba75d7369b69" providerId="LiveId" clId="{4DAFD642-6008-9A4E-8D5F-87F3B726E521}" dt="2025-08-08T03:51:21.616" v="3161" actId="20577"/>
          <ac:spMkLst>
            <pc:docMk/>
            <pc:sldMk cId="1706517250" sldId="289"/>
            <ac:spMk id="2" creationId="{E80BEAD0-FFD4-EA5A-C512-A05451DC7398}"/>
          </ac:spMkLst>
        </pc:spChg>
        <pc:spChg chg="mod">
          <ac:chgData name="Daniel Felipe Romero Bernal" userId="d29dba75d7369b69" providerId="LiveId" clId="{4DAFD642-6008-9A4E-8D5F-87F3B726E521}" dt="2025-08-08T03:52:48.858" v="3411" actId="20577"/>
          <ac:spMkLst>
            <pc:docMk/>
            <pc:sldMk cId="1706517250" sldId="289"/>
            <ac:spMk id="3" creationId="{5CBD4388-D61E-29B3-40A5-FD8575D58FD0}"/>
          </ac:spMkLst>
        </pc:spChg>
        <pc:picChg chg="del">
          <ac:chgData name="Daniel Felipe Romero Bernal" userId="d29dba75d7369b69" providerId="LiveId" clId="{4DAFD642-6008-9A4E-8D5F-87F3B726E521}" dt="2025-08-08T03:51:42.150" v="3209" actId="478"/>
          <ac:picMkLst>
            <pc:docMk/>
            <pc:sldMk cId="1706517250" sldId="289"/>
            <ac:picMk id="5124" creationId="{3CDC7A3E-96F2-273D-A740-B4595ADAB728}"/>
          </ac:picMkLst>
        </pc:picChg>
      </pc:sldChg>
      <pc:sldChg chg="addSp delSp modSp add mod ord">
        <pc:chgData name="Daniel Felipe Romero Bernal" userId="d29dba75d7369b69" providerId="LiveId" clId="{4DAFD642-6008-9A4E-8D5F-87F3B726E521}" dt="2025-08-08T03:58:51.779" v="3688" actId="1076"/>
        <pc:sldMkLst>
          <pc:docMk/>
          <pc:sldMk cId="2489739787" sldId="290"/>
        </pc:sldMkLst>
        <pc:spChg chg="mod">
          <ac:chgData name="Daniel Felipe Romero Bernal" userId="d29dba75d7369b69" providerId="LiveId" clId="{4DAFD642-6008-9A4E-8D5F-87F3B726E521}" dt="2025-08-08T03:56:15.245" v="3469" actId="20577"/>
          <ac:spMkLst>
            <pc:docMk/>
            <pc:sldMk cId="2489739787" sldId="290"/>
            <ac:spMk id="2" creationId="{DB291E04-A828-FD48-1140-8B0435E0123C}"/>
          </ac:spMkLst>
        </pc:spChg>
        <pc:spChg chg="mod">
          <ac:chgData name="Daniel Felipe Romero Bernal" userId="d29dba75d7369b69" providerId="LiveId" clId="{4DAFD642-6008-9A4E-8D5F-87F3B726E521}" dt="2025-08-08T03:57:28.325" v="3679" actId="12"/>
          <ac:spMkLst>
            <pc:docMk/>
            <pc:sldMk cId="2489739787" sldId="290"/>
            <ac:spMk id="3" creationId="{AF6EBB59-31A9-7F32-8D07-F0067D11B8FB}"/>
          </ac:spMkLst>
        </pc:spChg>
        <pc:picChg chg="add mod">
          <ac:chgData name="Daniel Felipe Romero Bernal" userId="d29dba75d7369b69" providerId="LiveId" clId="{4DAFD642-6008-9A4E-8D5F-87F3B726E521}" dt="2025-08-08T03:58:51.779" v="3688" actId="1076"/>
          <ac:picMkLst>
            <pc:docMk/>
            <pc:sldMk cId="2489739787" sldId="290"/>
            <ac:picMk id="4" creationId="{03CE5663-E7A4-F78F-8FCA-BB0444BC2A10}"/>
          </ac:picMkLst>
        </pc:picChg>
        <pc:picChg chg="del">
          <ac:chgData name="Daniel Felipe Romero Bernal" userId="d29dba75d7369b69" providerId="LiveId" clId="{4DAFD642-6008-9A4E-8D5F-87F3B726E521}" dt="2025-08-08T03:56:19.416" v="3470" actId="478"/>
          <ac:picMkLst>
            <pc:docMk/>
            <pc:sldMk cId="2489739787" sldId="290"/>
            <ac:picMk id="5124" creationId="{84817A08-822A-84A6-6899-5F35B8850EB9}"/>
          </ac:picMkLst>
        </pc:picChg>
      </pc:sldChg>
      <pc:sldChg chg="addSp modSp add mod ord modAnim">
        <pc:chgData name="Daniel Felipe Romero Bernal" userId="d29dba75d7369b69" providerId="LiveId" clId="{4DAFD642-6008-9A4E-8D5F-87F3B726E521}" dt="2025-08-08T04:13:11.158" v="3721" actId="14100"/>
        <pc:sldMkLst>
          <pc:docMk/>
          <pc:sldMk cId="2903372483" sldId="291"/>
        </pc:sldMkLst>
        <pc:spChg chg="mod">
          <ac:chgData name="Daniel Felipe Romero Bernal" userId="d29dba75d7369b69" providerId="LiveId" clId="{4DAFD642-6008-9A4E-8D5F-87F3B726E521}" dt="2025-08-08T04:04:23.424" v="3712" actId="20577"/>
          <ac:spMkLst>
            <pc:docMk/>
            <pc:sldMk cId="2903372483" sldId="291"/>
            <ac:spMk id="2" creationId="{AE6DD9EB-0A36-A10F-9371-4A75413E0423}"/>
          </ac:spMkLst>
        </pc:spChg>
        <pc:spChg chg="mod">
          <ac:chgData name="Daniel Felipe Romero Bernal" userId="d29dba75d7369b69" providerId="LiveId" clId="{4DAFD642-6008-9A4E-8D5F-87F3B726E521}" dt="2025-08-08T04:12:46.250" v="3717" actId="14100"/>
          <ac:spMkLst>
            <pc:docMk/>
            <pc:sldMk cId="2903372483" sldId="291"/>
            <ac:spMk id="3" creationId="{D428C9FC-5AF0-2828-6164-392615404F2F}"/>
          </ac:spMkLst>
        </pc:spChg>
        <pc:picChg chg="add mod">
          <ac:chgData name="Daniel Felipe Romero Bernal" userId="d29dba75d7369b69" providerId="LiveId" clId="{4DAFD642-6008-9A4E-8D5F-87F3B726E521}" dt="2025-08-08T04:13:11.158" v="3721" actId="14100"/>
          <ac:picMkLst>
            <pc:docMk/>
            <pc:sldMk cId="2903372483" sldId="291"/>
            <ac:picMk id="16386" creationId="{9F64FC3C-576B-CBF7-3001-4574E4ED7D7F}"/>
          </ac:picMkLst>
        </pc:picChg>
      </pc:sldChg>
      <pc:sldChg chg="addSp delSp modSp add mod modAnim">
        <pc:chgData name="Daniel Felipe Romero Bernal" userId="d29dba75d7369b69" providerId="LiveId" clId="{4DAFD642-6008-9A4E-8D5F-87F3B726E521}" dt="2025-08-08T04:21:48.592" v="3873"/>
        <pc:sldMkLst>
          <pc:docMk/>
          <pc:sldMk cId="3191909653" sldId="292"/>
        </pc:sldMkLst>
        <pc:spChg chg="mod">
          <ac:chgData name="Daniel Felipe Romero Bernal" userId="d29dba75d7369b69" providerId="LiveId" clId="{4DAFD642-6008-9A4E-8D5F-87F3B726E521}" dt="2025-08-08T04:14:25.761" v="3777" actId="20577"/>
          <ac:spMkLst>
            <pc:docMk/>
            <pc:sldMk cId="3191909653" sldId="292"/>
            <ac:spMk id="2" creationId="{F11133D9-7FBF-22D9-029E-89C88E36E23D}"/>
          </ac:spMkLst>
        </pc:spChg>
        <pc:spChg chg="del">
          <ac:chgData name="Daniel Felipe Romero Bernal" userId="d29dba75d7369b69" providerId="LiveId" clId="{4DAFD642-6008-9A4E-8D5F-87F3B726E521}" dt="2025-08-08T04:14:29.304" v="3779" actId="478"/>
          <ac:spMkLst>
            <pc:docMk/>
            <pc:sldMk cId="3191909653" sldId="292"/>
            <ac:spMk id="3" creationId="{E765905E-43D4-840D-DACC-72F0447C6CC3}"/>
          </ac:spMkLst>
        </pc:spChg>
        <pc:spChg chg="add del mod">
          <ac:chgData name="Daniel Felipe Romero Bernal" userId="d29dba75d7369b69" providerId="LiveId" clId="{4DAFD642-6008-9A4E-8D5F-87F3B726E521}" dt="2025-08-08T04:14:32.902" v="3780" actId="478"/>
          <ac:spMkLst>
            <pc:docMk/>
            <pc:sldMk cId="3191909653" sldId="292"/>
            <ac:spMk id="5" creationId="{1D0F351E-9957-3738-CBB1-D9D073FFC022}"/>
          </ac:spMkLst>
        </pc:spChg>
        <pc:spChg chg="add del mod">
          <ac:chgData name="Daniel Felipe Romero Bernal" userId="d29dba75d7369b69" providerId="LiveId" clId="{4DAFD642-6008-9A4E-8D5F-87F3B726E521}" dt="2025-08-08T04:19:47.173" v="3870" actId="1076"/>
          <ac:spMkLst>
            <pc:docMk/>
            <pc:sldMk cId="3191909653" sldId="292"/>
            <ac:spMk id="6" creationId="{6012F8F4-980A-E035-D09C-A2B3B01C7B7B}"/>
          </ac:spMkLst>
        </pc:spChg>
        <pc:spChg chg="add mod">
          <ac:chgData name="Daniel Felipe Romero Bernal" userId="d29dba75d7369b69" providerId="LiveId" clId="{4DAFD642-6008-9A4E-8D5F-87F3B726E521}" dt="2025-08-08T04:19:12.880" v="3841" actId="20577"/>
          <ac:spMkLst>
            <pc:docMk/>
            <pc:sldMk cId="3191909653" sldId="292"/>
            <ac:spMk id="7" creationId="{B8CC28ED-3656-9825-6714-F6EC69706A50}"/>
          </ac:spMkLst>
        </pc:spChg>
        <pc:spChg chg="add mod">
          <ac:chgData name="Daniel Felipe Romero Bernal" userId="d29dba75d7369b69" providerId="LiveId" clId="{4DAFD642-6008-9A4E-8D5F-87F3B726E521}" dt="2025-08-08T04:19:24.760" v="3862" actId="20577"/>
          <ac:spMkLst>
            <pc:docMk/>
            <pc:sldMk cId="3191909653" sldId="292"/>
            <ac:spMk id="8" creationId="{903EC174-19F3-E5D4-5C52-8974E90078BC}"/>
          </ac:spMkLst>
        </pc:spChg>
        <pc:spChg chg="add mod">
          <ac:chgData name="Daniel Felipe Romero Bernal" userId="d29dba75d7369b69" providerId="LiveId" clId="{4DAFD642-6008-9A4E-8D5F-87F3B726E521}" dt="2025-08-08T04:19:45.300" v="3867" actId="571"/>
          <ac:spMkLst>
            <pc:docMk/>
            <pc:sldMk cId="3191909653" sldId="292"/>
            <ac:spMk id="9" creationId="{3EB2DE7C-C5B5-1CE4-4DF7-4256DE4B6020}"/>
          </ac:spMkLst>
        </pc:spChg>
        <pc:picChg chg="del">
          <ac:chgData name="Daniel Felipe Romero Bernal" userId="d29dba75d7369b69" providerId="LiveId" clId="{4DAFD642-6008-9A4E-8D5F-87F3B726E521}" dt="2025-08-08T04:14:27.740" v="3778" actId="478"/>
          <ac:picMkLst>
            <pc:docMk/>
            <pc:sldMk cId="3191909653" sldId="292"/>
            <ac:picMk id="16386" creationId="{D90A6A10-B140-75A5-37E1-82E45C43C600}"/>
          </ac:picMkLst>
        </pc:picChg>
        <pc:picChg chg="add mod">
          <ac:chgData name="Daniel Felipe Romero Bernal" userId="d29dba75d7369b69" providerId="LiveId" clId="{4DAFD642-6008-9A4E-8D5F-87F3B726E521}" dt="2025-08-08T04:18:34.972" v="3797" actId="408"/>
          <ac:picMkLst>
            <pc:docMk/>
            <pc:sldMk cId="3191909653" sldId="292"/>
            <ac:picMk id="18434" creationId="{E06AC231-A972-19CA-2B50-6ACCAA0B94DA}"/>
          </ac:picMkLst>
        </pc:picChg>
        <pc:picChg chg="add mod">
          <ac:chgData name="Daniel Felipe Romero Bernal" userId="d29dba75d7369b69" providerId="LiveId" clId="{4DAFD642-6008-9A4E-8D5F-87F3B726E521}" dt="2025-08-08T04:18:34.972" v="3797" actId="408"/>
          <ac:picMkLst>
            <pc:docMk/>
            <pc:sldMk cId="3191909653" sldId="292"/>
            <ac:picMk id="18436" creationId="{DDF99D09-2192-30CE-C9EA-B0C09ECBCB67}"/>
          </ac:picMkLst>
        </pc:picChg>
        <pc:picChg chg="add mod">
          <ac:chgData name="Daniel Felipe Romero Bernal" userId="d29dba75d7369b69" providerId="LiveId" clId="{4DAFD642-6008-9A4E-8D5F-87F3B726E521}" dt="2025-08-08T04:18:34.972" v="3797" actId="408"/>
          <ac:picMkLst>
            <pc:docMk/>
            <pc:sldMk cId="3191909653" sldId="292"/>
            <ac:picMk id="18438" creationId="{E6433A4B-2AF7-8474-E9D2-A6D46AB8A3BD}"/>
          </ac:picMkLst>
        </pc:picChg>
      </pc:sldChg>
      <pc:sldChg chg="addSp delSp modSp add mod ord">
        <pc:chgData name="Daniel Felipe Romero Bernal" userId="d29dba75d7369b69" providerId="LiveId" clId="{4DAFD642-6008-9A4E-8D5F-87F3B726E521}" dt="2025-08-08T04:51:12.658" v="4175" actId="1076"/>
        <pc:sldMkLst>
          <pc:docMk/>
          <pc:sldMk cId="2236602164" sldId="293"/>
        </pc:sldMkLst>
        <pc:spChg chg="mod">
          <ac:chgData name="Daniel Felipe Romero Bernal" userId="d29dba75d7369b69" providerId="LiveId" clId="{4DAFD642-6008-9A4E-8D5F-87F3B726E521}" dt="2025-08-08T04:41:56.535" v="3895" actId="1076"/>
          <ac:spMkLst>
            <pc:docMk/>
            <pc:sldMk cId="2236602164" sldId="293"/>
            <ac:spMk id="2" creationId="{321B1D70-CB1A-82EC-3CB2-8F94472680CD}"/>
          </ac:spMkLst>
        </pc:spChg>
        <pc:spChg chg="del mod">
          <ac:chgData name="Daniel Felipe Romero Bernal" userId="d29dba75d7369b69" providerId="LiveId" clId="{4DAFD642-6008-9A4E-8D5F-87F3B726E521}" dt="2025-08-08T04:50:59.775" v="4169" actId="478"/>
          <ac:spMkLst>
            <pc:docMk/>
            <pc:sldMk cId="2236602164" sldId="293"/>
            <ac:spMk id="3" creationId="{6ED43625-ACF9-70C5-B140-DAA21D5C22F3}"/>
          </ac:spMkLst>
        </pc:spChg>
        <pc:spChg chg="add del mod">
          <ac:chgData name="Daniel Felipe Romero Bernal" userId="d29dba75d7369b69" providerId="LiveId" clId="{4DAFD642-6008-9A4E-8D5F-87F3B726E521}" dt="2025-08-08T04:51:05.200" v="4172" actId="478"/>
          <ac:spMkLst>
            <pc:docMk/>
            <pc:sldMk cId="2236602164" sldId="293"/>
            <ac:spMk id="5" creationId="{8215E5FD-5FFD-A661-C376-1EFDDA998C2B}"/>
          </ac:spMkLst>
        </pc:spChg>
        <pc:picChg chg="del">
          <ac:chgData name="Daniel Felipe Romero Bernal" userId="d29dba75d7369b69" providerId="LiveId" clId="{4DAFD642-6008-9A4E-8D5F-87F3B726E521}" dt="2025-08-08T04:35:16.444" v="3887" actId="478"/>
          <ac:picMkLst>
            <pc:docMk/>
            <pc:sldMk cId="2236602164" sldId="293"/>
            <ac:picMk id="16386" creationId="{99C86E5D-FD6F-BEE9-9A95-E84EEA8D1D52}"/>
          </ac:picMkLst>
        </pc:picChg>
        <pc:picChg chg="add del">
          <ac:chgData name="Daniel Felipe Romero Bernal" userId="d29dba75d7369b69" providerId="LiveId" clId="{4DAFD642-6008-9A4E-8D5F-87F3B726E521}" dt="2025-08-08T04:51:02.975" v="4171" actId="478"/>
          <ac:picMkLst>
            <pc:docMk/>
            <pc:sldMk cId="2236602164" sldId="293"/>
            <ac:picMk id="20482" creationId="{05FE0D40-3BF0-8D4A-18CE-0937095B1159}"/>
          </ac:picMkLst>
        </pc:picChg>
        <pc:picChg chg="add mod">
          <ac:chgData name="Daniel Felipe Romero Bernal" userId="d29dba75d7369b69" providerId="LiveId" clId="{4DAFD642-6008-9A4E-8D5F-87F3B726E521}" dt="2025-08-08T04:51:12.658" v="4175" actId="1076"/>
          <ac:picMkLst>
            <pc:docMk/>
            <pc:sldMk cId="2236602164" sldId="293"/>
            <ac:picMk id="20484" creationId="{6FC3F019-1AAD-9E7D-034D-A0486433E3A7}"/>
          </ac:picMkLst>
        </pc:picChg>
      </pc:sldChg>
      <pc:sldChg chg="modSp new mod">
        <pc:chgData name="Daniel Felipe Romero Bernal" userId="d29dba75d7369b69" providerId="LiveId" clId="{4DAFD642-6008-9A4E-8D5F-87F3B726E521}" dt="2025-08-08T18:38:43.883" v="4911" actId="20577"/>
        <pc:sldMkLst>
          <pc:docMk/>
          <pc:sldMk cId="3620321927" sldId="294"/>
        </pc:sldMkLst>
        <pc:spChg chg="mod">
          <ac:chgData name="Daniel Felipe Romero Bernal" userId="d29dba75d7369b69" providerId="LiveId" clId="{4DAFD642-6008-9A4E-8D5F-87F3B726E521}" dt="2025-08-08T04:43:14.474" v="3934" actId="20577"/>
          <ac:spMkLst>
            <pc:docMk/>
            <pc:sldMk cId="3620321927" sldId="294"/>
            <ac:spMk id="2" creationId="{7F12AF2E-F67C-ADFD-6977-1BDA79D63CE5}"/>
          </ac:spMkLst>
        </pc:spChg>
        <pc:spChg chg="mod">
          <ac:chgData name="Daniel Felipe Romero Bernal" userId="d29dba75d7369b69" providerId="LiveId" clId="{4DAFD642-6008-9A4E-8D5F-87F3B726E521}" dt="2025-08-08T18:38:43.883" v="4911" actId="20577"/>
          <ac:spMkLst>
            <pc:docMk/>
            <pc:sldMk cId="3620321927" sldId="294"/>
            <ac:spMk id="3" creationId="{EA924366-FCB0-763D-EAAD-625353B1B86E}"/>
          </ac:spMkLst>
        </pc:spChg>
      </pc:sldChg>
      <pc:sldChg chg="modSp new mod">
        <pc:chgData name="Daniel Felipe Romero Bernal" userId="d29dba75d7369b69" providerId="LiveId" clId="{4DAFD642-6008-9A4E-8D5F-87F3B726E521}" dt="2025-08-08T19:25:13.026" v="4913" actId="20577"/>
        <pc:sldMkLst>
          <pc:docMk/>
          <pc:sldMk cId="3146335929" sldId="295"/>
        </pc:sldMkLst>
        <pc:spChg chg="mod">
          <ac:chgData name="Daniel Felipe Romero Bernal" userId="d29dba75d7369b69" providerId="LiveId" clId="{4DAFD642-6008-9A4E-8D5F-87F3B726E521}" dt="2025-08-08T04:43:50.085" v="3990" actId="20577"/>
          <ac:spMkLst>
            <pc:docMk/>
            <pc:sldMk cId="3146335929" sldId="295"/>
            <ac:spMk id="2" creationId="{072F4C66-A6E0-9CDF-F8A7-47D5121B3547}"/>
          </ac:spMkLst>
        </pc:spChg>
        <pc:spChg chg="mod">
          <ac:chgData name="Daniel Felipe Romero Bernal" userId="d29dba75d7369b69" providerId="LiveId" clId="{4DAFD642-6008-9A4E-8D5F-87F3B726E521}" dt="2025-08-08T19:25:13.026" v="4913" actId="20577"/>
          <ac:spMkLst>
            <pc:docMk/>
            <pc:sldMk cId="3146335929" sldId="295"/>
            <ac:spMk id="3" creationId="{9D1E3480-A4A5-B532-3ECD-CCE4BA1EB1FF}"/>
          </ac:spMkLst>
        </pc:spChg>
      </pc:sldChg>
      <pc:sldChg chg="modSp new add del mod">
        <pc:chgData name="Daniel Felipe Romero Bernal" userId="d29dba75d7369b69" providerId="LiveId" clId="{4DAFD642-6008-9A4E-8D5F-87F3B726E521}" dt="2025-08-08T18:20:00.471" v="4509" actId="2696"/>
        <pc:sldMkLst>
          <pc:docMk/>
          <pc:sldMk cId="1090232589" sldId="296"/>
        </pc:sldMkLst>
        <pc:spChg chg="mod">
          <ac:chgData name="Daniel Felipe Romero Bernal" userId="d29dba75d7369b69" providerId="LiveId" clId="{4DAFD642-6008-9A4E-8D5F-87F3B726E521}" dt="2025-08-08T04:46:10.292" v="4168" actId="20577"/>
          <ac:spMkLst>
            <pc:docMk/>
            <pc:sldMk cId="1090232589" sldId="296"/>
            <ac:spMk id="2" creationId="{D83788CF-1714-E628-0193-4236EF353841}"/>
          </ac:spMkLst>
        </pc:spChg>
      </pc:sldChg>
      <pc:sldChg chg="modSp new del mod">
        <pc:chgData name="Daniel Felipe Romero Bernal" userId="d29dba75d7369b69" providerId="LiveId" clId="{4DAFD642-6008-9A4E-8D5F-87F3B726E521}" dt="2025-08-08T18:19:39.320" v="4506" actId="2696"/>
        <pc:sldMkLst>
          <pc:docMk/>
          <pc:sldMk cId="3610430091" sldId="297"/>
        </pc:sldMkLst>
        <pc:spChg chg="mod">
          <ac:chgData name="Daniel Felipe Romero Bernal" userId="d29dba75d7369b69" providerId="LiveId" clId="{4DAFD642-6008-9A4E-8D5F-87F3B726E521}" dt="2025-08-08T05:18:52.364" v="4191" actId="20577"/>
          <ac:spMkLst>
            <pc:docMk/>
            <pc:sldMk cId="3610430091" sldId="297"/>
            <ac:spMk id="2" creationId="{63B28937-8DA2-B9FB-5172-653A3293F907}"/>
          </ac:spMkLst>
        </pc:spChg>
        <pc:spChg chg="mod">
          <ac:chgData name="Daniel Felipe Romero Bernal" userId="d29dba75d7369b69" providerId="LiveId" clId="{4DAFD642-6008-9A4E-8D5F-87F3B726E521}" dt="2025-08-08T05:19:41.025" v="4262" actId="20577"/>
          <ac:spMkLst>
            <pc:docMk/>
            <pc:sldMk cId="3610430091" sldId="297"/>
            <ac:spMk id="3" creationId="{32998FC2-EDEB-7361-36C8-D3253EF48A74}"/>
          </ac:spMkLst>
        </pc:spChg>
      </pc:sldChg>
      <pc:sldChg chg="modSp new mod ord">
        <pc:chgData name="Daniel Felipe Romero Bernal" userId="d29dba75d7369b69" providerId="LiveId" clId="{4DAFD642-6008-9A4E-8D5F-87F3B726E521}" dt="2025-08-09T04:19:13.485" v="4990" actId="20578"/>
        <pc:sldMkLst>
          <pc:docMk/>
          <pc:sldMk cId="2117490623" sldId="298"/>
        </pc:sldMkLst>
        <pc:spChg chg="mod">
          <ac:chgData name="Daniel Felipe Romero Bernal" userId="d29dba75d7369b69" providerId="LiveId" clId="{4DAFD642-6008-9A4E-8D5F-87F3B726E521}" dt="2025-08-09T04:17:53.284" v="4986" actId="20577"/>
          <ac:spMkLst>
            <pc:docMk/>
            <pc:sldMk cId="2117490623" sldId="298"/>
            <ac:spMk id="2" creationId="{0F80F164-9384-40DB-22CC-591F0250A16B}"/>
          </ac:spMkLst>
        </pc:spChg>
        <pc:spChg chg="mod">
          <ac:chgData name="Daniel Felipe Romero Bernal" userId="d29dba75d7369b69" providerId="LiveId" clId="{4DAFD642-6008-9A4E-8D5F-87F3B726E521}" dt="2025-08-08T18:24:10.485" v="4907" actId="113"/>
          <ac:spMkLst>
            <pc:docMk/>
            <pc:sldMk cId="2117490623" sldId="298"/>
            <ac:spMk id="3" creationId="{2BCF76A5-E48F-1C43-0A35-A07D9CC2C34D}"/>
          </ac:spMkLst>
        </pc:spChg>
      </pc:sldChg>
      <pc:sldChg chg="addSp delSp modSp new mod setBg">
        <pc:chgData name="Daniel Felipe Romero Bernal" userId="d29dba75d7369b69" providerId="LiveId" clId="{4DAFD642-6008-9A4E-8D5F-87F3B726E521}" dt="2025-08-08T19:28:25.556" v="4948" actId="478"/>
        <pc:sldMkLst>
          <pc:docMk/>
          <pc:sldMk cId="2077324682" sldId="299"/>
        </pc:sldMkLst>
        <pc:spChg chg="mod">
          <ac:chgData name="Daniel Felipe Romero Bernal" userId="d29dba75d7369b69" providerId="LiveId" clId="{4DAFD642-6008-9A4E-8D5F-87F3B726E521}" dt="2025-08-08T19:27:09.715" v="4935" actId="26606"/>
          <ac:spMkLst>
            <pc:docMk/>
            <pc:sldMk cId="2077324682" sldId="299"/>
            <ac:spMk id="2" creationId="{48EC2C4B-AFB3-6E51-D7AA-24572FAA29CD}"/>
          </ac:spMkLst>
        </pc:spChg>
        <pc:spChg chg="add del mod">
          <ac:chgData name="Daniel Felipe Romero Bernal" userId="d29dba75d7369b69" providerId="LiveId" clId="{4DAFD642-6008-9A4E-8D5F-87F3B726E521}" dt="2025-08-08T19:27:38.446" v="4944" actId="20577"/>
          <ac:spMkLst>
            <pc:docMk/>
            <pc:sldMk cId="2077324682" sldId="299"/>
            <ac:spMk id="3" creationId="{25403DD5-81C0-05A0-2E3C-CB3184012FE3}"/>
          </ac:spMkLst>
        </pc:spChg>
        <pc:spChg chg="add del">
          <ac:chgData name="Daniel Felipe Romero Bernal" userId="d29dba75d7369b69" providerId="LiveId" clId="{4DAFD642-6008-9A4E-8D5F-87F3B726E521}" dt="2025-08-08T19:27:09.715" v="4935" actId="26606"/>
          <ac:spMkLst>
            <pc:docMk/>
            <pc:sldMk cId="2077324682" sldId="299"/>
            <ac:spMk id="1031" creationId="{D4771268-CB57-404A-9271-370EB28F6090}"/>
          </ac:spMkLst>
        </pc:spChg>
        <pc:picChg chg="add mod">
          <ac:chgData name="Daniel Felipe Romero Bernal" userId="d29dba75d7369b69" providerId="LiveId" clId="{4DAFD642-6008-9A4E-8D5F-87F3B726E521}" dt="2025-08-08T19:27:15.208" v="4937" actId="1076"/>
          <ac:picMkLst>
            <pc:docMk/>
            <pc:sldMk cId="2077324682" sldId="299"/>
            <ac:picMk id="1026" creationId="{77233AF1-F3ED-7001-78DC-4859EEF8DB14}"/>
          </ac:picMkLst>
        </pc:picChg>
        <pc:picChg chg="add del mod">
          <ac:chgData name="Daniel Felipe Romero Bernal" userId="d29dba75d7369b69" providerId="LiveId" clId="{4DAFD642-6008-9A4E-8D5F-87F3B726E521}" dt="2025-08-08T19:28:25.556" v="4948" actId="478"/>
          <ac:picMkLst>
            <pc:docMk/>
            <pc:sldMk cId="2077324682" sldId="299"/>
            <ac:picMk id="1028" creationId="{B6DD002E-3E32-C5DE-5A82-9C2591D73615}"/>
          </ac:picMkLst>
        </pc:picChg>
      </pc:sldChg>
      <pc:sldChg chg="addSp delSp modSp new mod">
        <pc:chgData name="Daniel Felipe Romero Bernal" userId="d29dba75d7369b69" providerId="LiveId" clId="{4DAFD642-6008-9A4E-8D5F-87F3B726E521}" dt="2025-08-08T19:30:10.688" v="4965" actId="1076"/>
        <pc:sldMkLst>
          <pc:docMk/>
          <pc:sldMk cId="4077209036" sldId="300"/>
        </pc:sldMkLst>
        <pc:spChg chg="mod">
          <ac:chgData name="Daniel Felipe Romero Bernal" userId="d29dba75d7369b69" providerId="LiveId" clId="{4DAFD642-6008-9A4E-8D5F-87F3B726E521}" dt="2025-08-08T19:29:51.958" v="4961" actId="20577"/>
          <ac:spMkLst>
            <pc:docMk/>
            <pc:sldMk cId="4077209036" sldId="300"/>
            <ac:spMk id="2" creationId="{668F2968-0686-42A5-ADE5-B30690B98156}"/>
          </ac:spMkLst>
        </pc:spChg>
        <pc:spChg chg="del">
          <ac:chgData name="Daniel Felipe Romero Bernal" userId="d29dba75d7369b69" providerId="LiveId" clId="{4DAFD642-6008-9A4E-8D5F-87F3B726E521}" dt="2025-08-08T19:29:54.742" v="4962"/>
          <ac:spMkLst>
            <pc:docMk/>
            <pc:sldMk cId="4077209036" sldId="300"/>
            <ac:spMk id="3" creationId="{2B120612-A29B-D850-2DAD-2A9953524035}"/>
          </ac:spMkLst>
        </pc:spChg>
        <pc:picChg chg="add mod">
          <ac:chgData name="Daniel Felipe Romero Bernal" userId="d29dba75d7369b69" providerId="LiveId" clId="{4DAFD642-6008-9A4E-8D5F-87F3B726E521}" dt="2025-08-08T19:30:10.688" v="4965" actId="1076"/>
          <ac:picMkLst>
            <pc:docMk/>
            <pc:sldMk cId="4077209036" sldId="300"/>
            <ac:picMk id="2050" creationId="{1D8E4D19-259B-4E9A-4C46-2B735C43D96B}"/>
          </ac:picMkLst>
        </pc:picChg>
      </pc:sldChg>
      <pc:sldChg chg="addSp delSp modSp add mod ord">
        <pc:chgData name="Daniel Felipe Romero Bernal" userId="d29dba75d7369b69" providerId="LiveId" clId="{4DAFD642-6008-9A4E-8D5F-87F3B726E521}" dt="2025-08-08T19:33:54.454" v="4978" actId="20578"/>
        <pc:sldMkLst>
          <pc:docMk/>
          <pc:sldMk cId="882323623" sldId="301"/>
        </pc:sldMkLst>
        <pc:spChg chg="mod">
          <ac:chgData name="Daniel Felipe Romero Bernal" userId="d29dba75d7369b69" providerId="LiveId" clId="{4DAFD642-6008-9A4E-8D5F-87F3B726E521}" dt="2025-08-08T19:32:05.764" v="4969" actId="20577"/>
          <ac:spMkLst>
            <pc:docMk/>
            <pc:sldMk cId="882323623" sldId="301"/>
            <ac:spMk id="2" creationId="{8FC03382-C0AE-1E3D-E657-697120983BA5}"/>
          </ac:spMkLst>
        </pc:spChg>
        <pc:spChg chg="add del mod">
          <ac:chgData name="Daniel Felipe Romero Bernal" userId="d29dba75d7369b69" providerId="LiveId" clId="{4DAFD642-6008-9A4E-8D5F-87F3B726E521}" dt="2025-08-08T19:32:21.304" v="4974"/>
          <ac:spMkLst>
            <pc:docMk/>
            <pc:sldMk cId="882323623" sldId="301"/>
            <ac:spMk id="3" creationId="{5877B59F-EF0F-71A9-79A5-A8F1F3F69E00}"/>
          </ac:spMkLst>
        </pc:spChg>
        <pc:picChg chg="del mod">
          <ac:chgData name="Daniel Felipe Romero Bernal" userId="d29dba75d7369b69" providerId="LiveId" clId="{4DAFD642-6008-9A4E-8D5F-87F3B726E521}" dt="2025-08-08T19:32:17.170" v="4972" actId="478"/>
          <ac:picMkLst>
            <pc:docMk/>
            <pc:sldMk cId="882323623" sldId="301"/>
            <ac:picMk id="2050" creationId="{31730662-4B52-92E3-49B5-E185B1348792}"/>
          </ac:picMkLst>
        </pc:picChg>
        <pc:picChg chg="add del">
          <ac:chgData name="Daniel Felipe Romero Bernal" userId="d29dba75d7369b69" providerId="LiveId" clId="{4DAFD642-6008-9A4E-8D5F-87F3B726E521}" dt="2025-08-08T19:32:25.046" v="4975" actId="478"/>
          <ac:picMkLst>
            <pc:docMk/>
            <pc:sldMk cId="882323623" sldId="301"/>
            <ac:picMk id="4098" creationId="{D06D8E8A-6C2B-E722-2AB6-44C3526BBBB3}"/>
          </ac:picMkLst>
        </pc:picChg>
        <pc:picChg chg="add mod">
          <ac:chgData name="Daniel Felipe Romero Bernal" userId="d29dba75d7369b69" providerId="LiveId" clId="{4DAFD642-6008-9A4E-8D5F-87F3B726E521}" dt="2025-08-08T19:32:21.304" v="4974"/>
          <ac:picMkLst>
            <pc:docMk/>
            <pc:sldMk cId="882323623" sldId="301"/>
            <ac:picMk id="4100" creationId="{BA18C203-CF4A-7A38-F287-04B7B24384E0}"/>
          </ac:picMkLst>
        </pc:picChg>
      </pc:sldChg>
      <pc:sldChg chg="addSp delSp modSp add">
        <pc:chgData name="Daniel Felipe Romero Bernal" userId="d29dba75d7369b69" providerId="LiveId" clId="{4DAFD642-6008-9A4E-8D5F-87F3B726E521}" dt="2025-08-08T19:34:01.423" v="4979"/>
        <pc:sldMkLst>
          <pc:docMk/>
          <pc:sldMk cId="1444648291" sldId="302"/>
        </pc:sldMkLst>
        <pc:spChg chg="add del mod">
          <ac:chgData name="Daniel Felipe Romero Bernal" userId="d29dba75d7369b69" providerId="LiveId" clId="{4DAFD642-6008-9A4E-8D5F-87F3B726E521}" dt="2025-08-08T19:34:01.423" v="4979"/>
          <ac:spMkLst>
            <pc:docMk/>
            <pc:sldMk cId="1444648291" sldId="302"/>
            <ac:spMk id="3" creationId="{329B046E-33C6-7029-DF08-37247C26BF81}"/>
          </ac:spMkLst>
        </pc:spChg>
        <pc:picChg chg="del">
          <ac:chgData name="Daniel Felipe Romero Bernal" userId="d29dba75d7369b69" providerId="LiveId" clId="{4DAFD642-6008-9A4E-8D5F-87F3B726E521}" dt="2025-08-08T19:32:34.814" v="4977" actId="478"/>
          <ac:picMkLst>
            <pc:docMk/>
            <pc:sldMk cId="1444648291" sldId="302"/>
            <ac:picMk id="4100" creationId="{0C1CF8BF-15BC-B74D-3A16-FE7A91E4F4EA}"/>
          </ac:picMkLst>
        </pc:picChg>
        <pc:picChg chg="add mod">
          <ac:chgData name="Daniel Felipe Romero Bernal" userId="d29dba75d7369b69" providerId="LiveId" clId="{4DAFD642-6008-9A4E-8D5F-87F3B726E521}" dt="2025-08-08T19:34:01.423" v="4979"/>
          <ac:picMkLst>
            <pc:docMk/>
            <pc:sldMk cId="1444648291" sldId="302"/>
            <ac:picMk id="6146" creationId="{ED51830B-1123-6B34-67A8-ADD88D4CFE4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AA220-DCA8-5444-89CB-4E0F91ED7452}" type="datetimeFigureOut">
              <a:rPr lang="en-CO" smtClean="0"/>
              <a:t>4/10/25</a:t>
            </a:fld>
            <a:endParaRPr lang="en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F7849-FA72-8C45-9C1D-943EF6A4B038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51056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F7849-FA72-8C45-9C1D-943EF6A4B038}" type="slidenum">
              <a:rPr lang="en-CO" smtClean="0"/>
              <a:t>14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740570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56AD8-20CB-DD9E-3C0C-6F89C735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65D16E-C6DB-B05A-1AEB-80DD2656E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114B6-6CDC-DC2C-C6F7-997F7FA60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779D6-4952-A16D-C8C2-95A34D7AA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F7849-FA72-8C45-9C1D-943EF6A4B038}" type="slidenum">
              <a:rPr lang="en-CO" smtClean="0"/>
              <a:t>15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15392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DB7C-73E7-1AB3-CD3E-E5E5C0A82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F1FF7-0932-185A-2757-58826A03E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1888-6D93-AFB4-A123-CDAC373B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2F7C-9776-F43A-F736-3D3FF074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377ED-B3C2-1A29-6B73-FEAAF378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3895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6FF4B-4A64-EAD4-C2B1-FB3BF6CCA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4C48A-B4F5-A910-A4BC-6FEC2A487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405BF-FEEB-ED28-E369-FC50E4F4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89811-9B46-C72A-9216-E6909F3FF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E1C94-0D40-96B1-F6E3-9D05AA28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49147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ACE1-5630-6327-A341-5FFB5B2B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CF78E-9E56-1097-629C-E5ACF0C94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BAD20-B8C1-6E3B-BDAD-B465A17E7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3481B-31D0-C829-CCC1-FD90D04F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98561-CA30-ED86-070E-ACD0CD03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96926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C2BE-5C87-6D86-F998-53BCF0B85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5E4C2-1611-C2AB-22A5-6870706C4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C072A-0DD7-179F-6DF6-CC3D66A19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E8381-9A8F-7902-DEB5-43A0DB2A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6EF79A-4FA3-8668-0135-314E9F701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498B0-01C7-0B36-159E-74E22170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44540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F9C3-59C8-E95F-9077-2B099E04E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5A92A-30F6-1A1A-E528-AE092074F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16B9AF-6FE6-AE8B-49F1-81FB30489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B08FA3-1DAF-1F05-CAB1-8AD5F6FEC2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9D8922-EB3C-15CD-9E83-BF93888D1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ED37A-E810-5762-8E11-529C57CB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F5872-AD58-B859-E21E-1E0CF91AB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1F5AB-3CEB-7343-DF56-599F7D6E4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970537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E973-F9D3-3C5C-F44B-5CB2EE81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E6BC6-D3CE-CC34-18BA-7899462C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31E5D7-2969-5421-1E25-E2D7C940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704FC-91E4-73B4-2132-3D51D624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88078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042534-AAA6-1883-6BE9-2FD33DE1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A10CF-9F50-0973-BC5A-0E23576A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1CD5B-3840-EA2E-C4C1-DF7BBBF5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79065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DABD-1E93-7AF6-1792-8D443489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DEC5-CF53-CAD2-F443-9F7C91CD7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208AB-A4C6-F0FB-1BCE-7391FC73A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5B8C1-20CB-9573-DC9D-033A9FCB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2D351-D18F-0265-57DE-C02D7765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A69B7-FE3E-4721-D65B-EBAD8366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02360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3883-544A-6DE9-C0FD-D706FD3C8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540A7-D90E-4EDE-5A0F-4863838B1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7CD9A-C1E7-4CD1-AE64-24D370C72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CE04E-5E0F-AA52-5BFB-04CBF395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6627C-A2E7-2937-7211-9DBDAE42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7DCC1-8BF7-B572-1AC4-9AD97F7A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285773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B615A-D631-8480-8DFD-F83107C5C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9CC4D-DCAA-C96E-DA38-9CBD44A5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1ED37-C9EA-89F9-2E19-DD91F0087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0FF5B-CDC2-10A8-2403-3B02F6E2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542EE-ED50-B24C-54F7-B926BF6E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81503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1F72A-E7E5-CB89-735F-96EE340C5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7BFCD-39DD-10D6-26D4-CCD87B19D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24214-489D-7DB8-D661-C63D74EA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70049-CBB4-A9C5-3925-D54BB173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6323D-76D4-C5A9-6470-002F124BB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91965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4A8C0-8900-1383-ABEC-2367AED3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5DA99-3881-EB78-E48D-CF5C5226F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CB414-296F-4D29-98B8-F4944AA766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8241F-0530-624C-B8ED-493BF9C2B544}" type="datetimeFigureOut">
              <a:rPr lang="en-CO" smtClean="0"/>
              <a:t>4/10/25</a:t>
            </a:fld>
            <a:endParaRPr lang="en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CF505-CF47-A048-5BF7-B846AD7FE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C220B-DB29-7B49-B294-6682F3DC4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F6E83-5BBB-2346-A522-2063FBC483AF}" type="slidenum">
              <a:rPr lang="en-CO" smtClean="0"/>
              <a:t>‹#›</a:t>
            </a:fld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161005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daniel_fel.romero@uao.edu.co" TargetMode="External"/><Relationship Id="rId2" Type="http://schemas.openxmlformats.org/officeDocument/2006/relationships/hyperlink" Target="mailto:dfromero@uao.edu.co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vgenius.io/enterprise-architecture-with-togaf-and-well-architected-frameworks-aws-azure-and-google-4cb16875a33b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15F5-D7D5-7388-8EE3-37B8701F59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/>
              <a:t>Arquitecturas analíticas</a:t>
            </a:r>
            <a:endParaRPr lang="en-C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BF51F-70CD-52FE-22BC-479B18DA31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O" dirty="0"/>
              <a:t>D</a:t>
            </a:r>
            <a:r>
              <a:rPr lang="en-US" dirty="0"/>
              <a:t>a</a:t>
            </a:r>
            <a:r>
              <a:rPr lang="en-CO" dirty="0"/>
              <a:t>niel Felipe Romero Bernal</a:t>
            </a:r>
          </a:p>
          <a:p>
            <a:r>
              <a:rPr lang="en-CO" dirty="0"/>
              <a:t>Msc. Ciencia de Datos</a:t>
            </a:r>
          </a:p>
        </p:txBody>
      </p:sp>
    </p:spTree>
    <p:extLst>
      <p:ext uri="{BB962C8B-B14F-4D97-AF65-F5344CB8AC3E}">
        <p14:creationId xmlns:p14="http://schemas.microsoft.com/office/powerpoint/2010/main" val="2547812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1D61-5912-61BD-CE6E-0641B6DA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508561"/>
            <a:ext cx="5256212" cy="860778"/>
          </a:xfrm>
        </p:spPr>
        <p:txBody>
          <a:bodyPr/>
          <a:lstStyle/>
          <a:p>
            <a:r>
              <a:rPr lang="en-CO" dirty="0"/>
              <a:t>Daniel Felipe Romero Bernal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2F890-9F9A-6E2D-B23A-391DAA289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71854"/>
            <a:ext cx="5256212" cy="2685521"/>
          </a:xfrm>
        </p:spPr>
        <p:txBody>
          <a:bodyPr/>
          <a:lstStyle/>
          <a:p>
            <a:r>
              <a:rPr lang="en-CO" dirty="0"/>
              <a:t>Investigador social cuantitativo (analista de datos)</a:t>
            </a:r>
          </a:p>
          <a:p>
            <a:r>
              <a:rPr lang="en-CO" dirty="0"/>
              <a:t>Msc. Ciencia de datos</a:t>
            </a:r>
          </a:p>
          <a:p>
            <a:r>
              <a:rPr lang="en-CO" dirty="0"/>
              <a:t>Spc. Gestión de proyectos</a:t>
            </a:r>
          </a:p>
          <a:p>
            <a:r>
              <a:rPr lang="en-CO" dirty="0"/>
              <a:t>Ingeniero biomédico</a:t>
            </a:r>
          </a:p>
          <a:p>
            <a:r>
              <a:rPr lang="en-CO" dirty="0"/>
              <a:t>_________________________________</a:t>
            </a:r>
          </a:p>
          <a:p>
            <a:r>
              <a:rPr lang="en-CO" dirty="0">
                <a:hlinkClick r:id="rId2"/>
              </a:rPr>
              <a:t>dfromero@uao.edu.co</a:t>
            </a:r>
            <a:endParaRPr lang="en-CO" dirty="0"/>
          </a:p>
          <a:p>
            <a:r>
              <a:rPr lang="en-CO" dirty="0">
                <a:hlinkClick r:id="rId3"/>
              </a:rPr>
              <a:t>daniel_fel.romero@uao.edu.co</a:t>
            </a:r>
            <a:endParaRPr lang="en-CO" dirty="0"/>
          </a:p>
        </p:txBody>
      </p:sp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0A0360E5-0E49-8292-A67D-AA59DCF7ADDB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9" b="10509"/>
          <a:stretch>
            <a:fillRect/>
          </a:stretch>
        </p:blipFill>
        <p:spPr bwMode="auto">
          <a:xfrm>
            <a:off x="6491288" y="1508125"/>
            <a:ext cx="4864100" cy="384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70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BF9D-6EA9-2689-5CBD-BBCB2919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Sobre el curso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9325F-46D3-CA44-1DF7-098EA5C22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71080"/>
            <a:ext cx="10515600" cy="634119"/>
          </a:xfrm>
        </p:spPr>
        <p:txBody>
          <a:bodyPr/>
          <a:lstStyle/>
          <a:p>
            <a:pPr marL="0" indent="0" algn="ctr">
              <a:buNone/>
            </a:pPr>
            <a:r>
              <a:rPr lang="en-CO" dirty="0"/>
              <a:t>Miércoles: 18:30 – 21:30 | Sábado: 8:00 – 11:00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FFF1EC-4CB6-EB3E-D3CF-3D3E547B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35" y="2020187"/>
            <a:ext cx="9579130" cy="30302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892B00-DA64-CD6F-370B-CDEB0AA94B66}"/>
              </a:ext>
            </a:extLst>
          </p:cNvPr>
          <p:cNvSpPr/>
          <p:nvPr/>
        </p:nvSpPr>
        <p:spPr>
          <a:xfrm>
            <a:off x="5096107" y="2850994"/>
            <a:ext cx="501805" cy="1431074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0912F-63EC-A0D6-0912-879EFF73A4B3}"/>
              </a:ext>
            </a:extLst>
          </p:cNvPr>
          <p:cNvSpPr/>
          <p:nvPr/>
        </p:nvSpPr>
        <p:spPr>
          <a:xfrm>
            <a:off x="10346589" y="2850994"/>
            <a:ext cx="501805" cy="1431074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27EE0F-413E-054B-1773-7F936B4A4B10}"/>
              </a:ext>
            </a:extLst>
          </p:cNvPr>
          <p:cNvSpPr/>
          <p:nvPr/>
        </p:nvSpPr>
        <p:spPr>
          <a:xfrm>
            <a:off x="3475463" y="3174381"/>
            <a:ext cx="501805" cy="1431073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7E5966-0E44-9420-EE81-4A14F7105616}"/>
              </a:ext>
            </a:extLst>
          </p:cNvPr>
          <p:cNvSpPr/>
          <p:nvPr/>
        </p:nvSpPr>
        <p:spPr>
          <a:xfrm>
            <a:off x="8725945" y="3174380"/>
            <a:ext cx="501805" cy="1431073"/>
          </a:xfrm>
          <a:prstGeom prst="rect">
            <a:avLst/>
          </a:prstGeom>
          <a:noFill/>
          <a:ln w="381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424905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4E358-C9E7-C76D-4A87-890526CC9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Contenido temático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F702A-C9B5-1417-E7BB-0E6329A177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O" dirty="0"/>
              <a:t>Modulo 1</a:t>
            </a:r>
          </a:p>
          <a:p>
            <a:pPr lvl="1"/>
            <a:r>
              <a:rPr lang="en-CO" dirty="0"/>
              <a:t>Conceptos generales de arquitecturas</a:t>
            </a:r>
          </a:p>
          <a:p>
            <a:pPr lvl="1"/>
            <a:r>
              <a:rPr lang="en-CO" dirty="0"/>
              <a:t>Conceptos generales de datos</a:t>
            </a:r>
          </a:p>
          <a:p>
            <a:r>
              <a:rPr lang="en-CO" dirty="0"/>
              <a:t>Modulo 2</a:t>
            </a:r>
          </a:p>
          <a:p>
            <a:pPr lvl="1"/>
            <a:r>
              <a:rPr lang="en-CO" dirty="0"/>
              <a:t>Conceptos generales de BI</a:t>
            </a:r>
          </a:p>
          <a:p>
            <a:pPr lvl="1"/>
            <a:r>
              <a:rPr lang="en-CO" dirty="0"/>
              <a:t>Diseño conceptual y diseño lógico</a:t>
            </a:r>
          </a:p>
          <a:p>
            <a:pPr lvl="1"/>
            <a:r>
              <a:rPr lang="en-CO" dirty="0"/>
              <a:t>ETL</a:t>
            </a:r>
          </a:p>
          <a:p>
            <a:pPr lvl="1"/>
            <a:r>
              <a:rPr lang="en-CO" dirty="0"/>
              <a:t>Bodegas de datos (warehouse)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0E7E9-64BD-1B1F-DC12-7D25B65E39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CO" dirty="0"/>
              <a:t>Modulo 3</a:t>
            </a:r>
          </a:p>
          <a:p>
            <a:pPr lvl="1"/>
            <a:r>
              <a:rPr lang="en-CO" dirty="0"/>
              <a:t>Conceptos generales de Big Data</a:t>
            </a:r>
          </a:p>
          <a:p>
            <a:pPr lvl="1"/>
            <a:r>
              <a:rPr lang="en-CO" dirty="0"/>
              <a:t>Bases de datos No-SQL</a:t>
            </a:r>
          </a:p>
          <a:p>
            <a:pPr lvl="1"/>
            <a:r>
              <a:rPr lang="en-CO" dirty="0"/>
              <a:t>Lagos de datos (data lakes)</a:t>
            </a:r>
          </a:p>
          <a:p>
            <a:pPr lvl="1"/>
            <a:r>
              <a:rPr lang="en-CO" dirty="0"/>
              <a:t>Procesamiento distribuído</a:t>
            </a:r>
          </a:p>
          <a:p>
            <a:pPr lvl="1"/>
            <a:r>
              <a:rPr lang="en-CO" dirty="0"/>
              <a:t>Formatos modernos</a:t>
            </a:r>
          </a:p>
          <a:p>
            <a:r>
              <a:rPr lang="en-CO" dirty="0"/>
              <a:t>Modulo 4</a:t>
            </a:r>
          </a:p>
          <a:p>
            <a:pPr lvl="1"/>
            <a:r>
              <a:rPr lang="en-CO" dirty="0"/>
              <a:t>Conceptos analítica en nube</a:t>
            </a:r>
          </a:p>
          <a:p>
            <a:pPr lvl="1"/>
            <a:r>
              <a:rPr lang="en-CO" dirty="0"/>
              <a:t>Arquitecturas de referencia</a:t>
            </a:r>
          </a:p>
        </p:txBody>
      </p:sp>
    </p:spTree>
    <p:extLst>
      <p:ext uri="{BB962C8B-B14F-4D97-AF65-F5344CB8AC3E}">
        <p14:creationId xmlns:p14="http://schemas.microsoft.com/office/powerpoint/2010/main" val="310223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360B-184E-E75A-F14B-DD63727F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Formas de evaluación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24FE3-AA04-DFC2-7784-A0FEB26D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O" dirty="0"/>
              <a:t>Talleres – 30%</a:t>
            </a:r>
          </a:p>
          <a:p>
            <a:r>
              <a:rPr lang="en-CO" dirty="0"/>
              <a:t>Proyecto de diseño arquitectónico – 35%</a:t>
            </a:r>
          </a:p>
          <a:p>
            <a:r>
              <a:rPr lang="en-CO" dirty="0"/>
              <a:t>Actividades en clase – 15%</a:t>
            </a:r>
          </a:p>
          <a:p>
            <a:r>
              <a:rPr lang="en-CO" dirty="0"/>
              <a:t>Parcial teórico – 20%</a:t>
            </a:r>
          </a:p>
        </p:txBody>
      </p:sp>
    </p:spTree>
    <p:extLst>
      <p:ext uri="{BB962C8B-B14F-4D97-AF65-F5344CB8AC3E}">
        <p14:creationId xmlns:p14="http://schemas.microsoft.com/office/powerpoint/2010/main" val="174102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A8FC-FBF5-873A-779E-22493E359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827D-123D-B46C-9C48-F3A342FF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Reglas de juego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CD660-E01E-779F-CDD9-2CD8C96C5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O" dirty="0"/>
              <a:t>Uso de IA</a:t>
            </a:r>
          </a:p>
          <a:p>
            <a:r>
              <a:rPr lang="en-CO" dirty="0"/>
              <a:t>Trabajos en grupo</a:t>
            </a:r>
          </a:p>
          <a:p>
            <a:r>
              <a:rPr lang="en-CO" dirty="0"/>
              <a:t>Preguntas</a:t>
            </a:r>
          </a:p>
          <a:p>
            <a:r>
              <a:rPr lang="en-CO" dirty="0"/>
              <a:t>Alcances</a:t>
            </a:r>
          </a:p>
        </p:txBody>
      </p:sp>
    </p:spTree>
    <p:extLst>
      <p:ext uri="{BB962C8B-B14F-4D97-AF65-F5344CB8AC3E}">
        <p14:creationId xmlns:p14="http://schemas.microsoft.com/office/powerpoint/2010/main" val="1098369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C3F3-C209-86A4-28E3-8DFA460EC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Conceptos generales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F9882-A401-AFA4-EA97-05574D814B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/>
          <a:p>
            <a:r>
              <a:rPr lang="en-CO" b="1" dirty="0"/>
              <a:t>Sesión 1</a:t>
            </a:r>
          </a:p>
          <a:p>
            <a:r>
              <a:rPr lang="en-CO" b="1" dirty="0"/>
              <a:t>Objetivo de la sesión:</a:t>
            </a:r>
            <a:r>
              <a:rPr lang="en-CO" dirty="0"/>
              <a:t> Comprender qué es una arquitectura empresarial y su rol estratégico</a:t>
            </a:r>
          </a:p>
        </p:txBody>
      </p:sp>
    </p:spTree>
    <p:extLst>
      <p:ext uri="{BB962C8B-B14F-4D97-AF65-F5344CB8AC3E}">
        <p14:creationId xmlns:p14="http://schemas.microsoft.com/office/powerpoint/2010/main" val="970446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CB05-D30E-3901-CD0E-3759D463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Antes de comenzar…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CFEFA-467D-06E7-B910-0C2233929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O" dirty="0"/>
              <a:t>Ingresa a miro</a:t>
            </a:r>
          </a:p>
          <a:p>
            <a:pPr marL="0" indent="0">
              <a:buNone/>
            </a:pPr>
            <a:endParaRPr lang="en-CO" dirty="0"/>
          </a:p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shorturl.at</a:t>
            </a:r>
            <a:r>
              <a:rPr lang="en-US" dirty="0"/>
              <a:t>/2f54M</a:t>
            </a:r>
            <a:endParaRPr lang="en-C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512D21-5780-EA48-B402-4B1B69DA2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537" y="1825625"/>
            <a:ext cx="3632638" cy="363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01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B664E-ED7B-B398-065E-B721DE5A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/>
              <a:t>Evolución de los sistemas de gestión de datos</a:t>
            </a:r>
            <a:endParaRPr lang="en-CO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64EF6A-37F9-FCEF-2023-748A15F5136B}"/>
              </a:ext>
            </a:extLst>
          </p:cNvPr>
          <p:cNvGrpSpPr/>
          <p:nvPr/>
        </p:nvGrpSpPr>
        <p:grpSpPr>
          <a:xfrm>
            <a:off x="3317987" y="3422284"/>
            <a:ext cx="2188006" cy="1188178"/>
            <a:chOff x="4010283" y="3146797"/>
            <a:chExt cx="3854548" cy="209317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493C5AA8-9A19-5C04-730B-7363C7138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692" y="3146797"/>
              <a:ext cx="3243731" cy="423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51BAA7FD-A208-EF7C-AA78-6C6F248F53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0283" y="3429000"/>
              <a:ext cx="3854548" cy="1241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Netezza Migration to the Cloud | Next Pathway Inc.">
              <a:extLst>
                <a:ext uri="{FF2B5EF4-FFF2-40B4-BE49-F238E27FC236}">
                  <a16:creationId xmlns:a16="http://schemas.microsoft.com/office/drawing/2014/main" id="{A6F044B2-3557-37D7-180B-4CA2464F16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5691" y="4100392"/>
              <a:ext cx="3243731" cy="1139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59FC4-6B2A-9DD4-3A80-43C554118346}"/>
              </a:ext>
            </a:extLst>
          </p:cNvPr>
          <p:cNvGrpSpPr/>
          <p:nvPr/>
        </p:nvGrpSpPr>
        <p:grpSpPr>
          <a:xfrm>
            <a:off x="707334" y="2522597"/>
            <a:ext cx="1889633" cy="2708713"/>
            <a:chOff x="664307" y="2065867"/>
            <a:chExt cx="2683985" cy="3847384"/>
          </a:xfrm>
        </p:grpSpPr>
        <p:pic>
          <p:nvPicPr>
            <p:cNvPr id="2056" name="Picture 8" descr="Database - Free seo and web icons">
              <a:extLst>
                <a:ext uri="{FF2B5EF4-FFF2-40B4-BE49-F238E27FC236}">
                  <a16:creationId xmlns:a16="http://schemas.microsoft.com/office/drawing/2014/main" id="{920D087B-45D0-7298-FC63-ABFB992E2C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07" y="2539448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8" descr="Database - Free seo and web icons">
              <a:extLst>
                <a:ext uri="{FF2B5EF4-FFF2-40B4-BE49-F238E27FC236}">
                  <a16:creationId xmlns:a16="http://schemas.microsoft.com/office/drawing/2014/main" id="{DFA2E81C-6768-7CE7-72AF-87D3A05B21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3648" y="3271457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8" descr="Database - Free seo and web icons">
              <a:extLst>
                <a:ext uri="{FF2B5EF4-FFF2-40B4-BE49-F238E27FC236}">
                  <a16:creationId xmlns:a16="http://schemas.microsoft.com/office/drawing/2014/main" id="{10482C80-FE84-FF52-8E2B-B9F68FE1EB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167" y="4120217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152887-1B52-8304-B88F-E0BEF84A1366}"/>
                </a:ext>
              </a:extLst>
            </p:cNvPr>
            <p:cNvSpPr txBox="1"/>
            <p:nvPr/>
          </p:nvSpPr>
          <p:spPr>
            <a:xfrm>
              <a:off x="838200" y="2065867"/>
              <a:ext cx="1005448" cy="39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sz="1400" dirty="0"/>
                <a:t>Sales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1AA4EA-64FC-89B2-57F1-8CDD8551BB39}"/>
                </a:ext>
              </a:extLst>
            </p:cNvPr>
            <p:cNvSpPr txBox="1"/>
            <p:nvPr/>
          </p:nvSpPr>
          <p:spPr>
            <a:xfrm>
              <a:off x="2022730" y="2818407"/>
              <a:ext cx="1325562" cy="39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sz="1400" dirty="0"/>
                <a:t>Providers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24785D-2532-AD5B-8FA9-2464E671E3A1}"/>
                </a:ext>
              </a:extLst>
            </p:cNvPr>
            <p:cNvSpPr txBox="1"/>
            <p:nvPr/>
          </p:nvSpPr>
          <p:spPr>
            <a:xfrm>
              <a:off x="697168" y="5516320"/>
              <a:ext cx="1325562" cy="3969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O" sz="1400" dirty="0"/>
                <a:t>Products</a:t>
              </a:r>
            </a:p>
          </p:txBody>
        </p:sp>
      </p:grpSp>
      <p:sp>
        <p:nvSpPr>
          <p:cNvPr id="10" name="Chevron 9">
            <a:extLst>
              <a:ext uri="{FF2B5EF4-FFF2-40B4-BE49-F238E27FC236}">
                <a16:creationId xmlns:a16="http://schemas.microsoft.com/office/drawing/2014/main" id="{D370662E-03A6-1068-0DB7-13D9098753C4}"/>
              </a:ext>
            </a:extLst>
          </p:cNvPr>
          <p:cNvSpPr/>
          <p:nvPr/>
        </p:nvSpPr>
        <p:spPr>
          <a:xfrm>
            <a:off x="2618120" y="3431745"/>
            <a:ext cx="661991" cy="86653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>
              <a:solidFill>
                <a:schemeClr val="tx1"/>
              </a:solidFill>
            </a:endParaRP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F3FE40C2-FDF7-6914-34DE-F9F07A9458EC}"/>
              </a:ext>
            </a:extLst>
          </p:cNvPr>
          <p:cNvSpPr/>
          <p:nvPr/>
        </p:nvSpPr>
        <p:spPr>
          <a:xfrm>
            <a:off x="5649107" y="3429000"/>
            <a:ext cx="661991" cy="86653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AF3474D-10B1-ACD6-FE18-063E2E066EB2}"/>
              </a:ext>
            </a:extLst>
          </p:cNvPr>
          <p:cNvGrpSpPr/>
          <p:nvPr/>
        </p:nvGrpSpPr>
        <p:grpSpPr>
          <a:xfrm>
            <a:off x="6454212" y="3091542"/>
            <a:ext cx="1831122" cy="1662582"/>
            <a:chOff x="9023142" y="2065867"/>
            <a:chExt cx="2671452" cy="2425566"/>
          </a:xfrm>
        </p:grpSpPr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A2A103FA-6F76-92DD-9383-BCBF39C89A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46634" y="2065867"/>
              <a:ext cx="2647960" cy="68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Apache Spark - Wikipedia">
              <a:extLst>
                <a:ext uri="{FF2B5EF4-FFF2-40B4-BE49-F238E27FC236}">
                  <a16:creationId xmlns:a16="http://schemas.microsoft.com/office/drawing/2014/main" id="{680C7F35-EC49-603D-BDA9-4585E8E4FF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1892" y="2650133"/>
              <a:ext cx="2382774" cy="1239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4" name="Picture 16">
              <a:extLst>
                <a:ext uri="{FF2B5EF4-FFF2-40B4-BE49-F238E27FC236}">
                  <a16:creationId xmlns:a16="http://schemas.microsoft.com/office/drawing/2014/main" id="{E5CA6078-D65D-E9C2-599C-F038C0BAC1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3142" y="3769306"/>
              <a:ext cx="2671452" cy="7221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E67CF5-3B59-0623-CAFC-7C3D62E251DD}"/>
              </a:ext>
            </a:extLst>
          </p:cNvPr>
          <p:cNvGrpSpPr/>
          <p:nvPr/>
        </p:nvGrpSpPr>
        <p:grpSpPr>
          <a:xfrm>
            <a:off x="9510152" y="4754124"/>
            <a:ext cx="1843648" cy="1738751"/>
            <a:chOff x="9510152" y="4754124"/>
            <a:chExt cx="1843648" cy="1738751"/>
          </a:xfrm>
        </p:grpSpPr>
        <p:pic>
          <p:nvPicPr>
            <p:cNvPr id="2066" name="Picture 18" descr="Experience with Snowflake as a data warehouse | by Aseem Bansal |  towards-infinity | Medium">
              <a:extLst>
                <a:ext uri="{FF2B5EF4-FFF2-40B4-BE49-F238E27FC236}">
                  <a16:creationId xmlns:a16="http://schemas.microsoft.com/office/drawing/2014/main" id="{7892FEB4-0718-9AF9-FFCF-4AC1236A05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8005" y="5577873"/>
              <a:ext cx="1740274" cy="915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8" name="Picture 20" descr="Proud to be a Databricks Partner | 27G">
              <a:extLst>
                <a:ext uri="{FF2B5EF4-FFF2-40B4-BE49-F238E27FC236}">
                  <a16:creationId xmlns:a16="http://schemas.microsoft.com/office/drawing/2014/main" id="{A094856E-7F1E-D453-B532-DE555D564A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10152" y="4754124"/>
              <a:ext cx="1843648" cy="967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1B3FE7-8F98-E1B4-7C89-CD1843C8892A}"/>
              </a:ext>
            </a:extLst>
          </p:cNvPr>
          <p:cNvGrpSpPr/>
          <p:nvPr/>
        </p:nvGrpSpPr>
        <p:grpSpPr>
          <a:xfrm>
            <a:off x="9402474" y="2027958"/>
            <a:ext cx="2563029" cy="2221612"/>
            <a:chOff x="9402474" y="2027958"/>
            <a:chExt cx="2563029" cy="2221612"/>
          </a:xfrm>
        </p:grpSpPr>
        <p:pic>
          <p:nvPicPr>
            <p:cNvPr id="2070" name="Picture 22" descr="Amazon Web Services - Wikipedia">
              <a:extLst>
                <a:ext uri="{FF2B5EF4-FFF2-40B4-BE49-F238E27FC236}">
                  <a16:creationId xmlns:a16="http://schemas.microsoft.com/office/drawing/2014/main" id="{ECAA0BCB-2DB8-85DC-097C-BCD1A6CAA5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63283" y="3322642"/>
              <a:ext cx="1544880" cy="926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2" name="Picture 24" descr="Google Cloud gratis: qué es, límites y ventajas - Blog Ausum Cloud">
              <a:extLst>
                <a:ext uri="{FF2B5EF4-FFF2-40B4-BE49-F238E27FC236}">
                  <a16:creationId xmlns:a16="http://schemas.microsoft.com/office/drawing/2014/main" id="{55AD34BD-4435-322F-75CA-A1E033E3A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69098" y="2027958"/>
              <a:ext cx="2096405" cy="11792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74" name="Picture 26">
              <a:extLst>
                <a:ext uri="{FF2B5EF4-FFF2-40B4-BE49-F238E27FC236}">
                  <a16:creationId xmlns:a16="http://schemas.microsoft.com/office/drawing/2014/main" id="{21D7A13F-EE78-67D5-FBCC-4AFFAFB020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02474" y="2117793"/>
              <a:ext cx="933249" cy="9332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Chevron 13">
            <a:extLst>
              <a:ext uri="{FF2B5EF4-FFF2-40B4-BE49-F238E27FC236}">
                <a16:creationId xmlns:a16="http://schemas.microsoft.com/office/drawing/2014/main" id="{EB908233-ED33-6BC6-B318-36014CD406C6}"/>
              </a:ext>
            </a:extLst>
          </p:cNvPr>
          <p:cNvSpPr/>
          <p:nvPr/>
        </p:nvSpPr>
        <p:spPr>
          <a:xfrm>
            <a:off x="8482426" y="3429000"/>
            <a:ext cx="661991" cy="866531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>
              <a:solidFill>
                <a:schemeClr val="tx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E7D8B0-3CE2-F9DF-8985-ADA7E7108A3D}"/>
              </a:ext>
            </a:extLst>
          </p:cNvPr>
          <p:cNvCxnSpPr/>
          <p:nvPr/>
        </p:nvCxnSpPr>
        <p:spPr>
          <a:xfrm>
            <a:off x="9402474" y="4567676"/>
            <a:ext cx="2270237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18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D648-B35B-0F13-A6CE-969D6561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El problema: La fragmentación de 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E59FD-AC17-6C3B-BBD9-F08FA636E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s-419" dirty="0"/>
              <a:t>Muchas organizaciones se ahogan en un mar de datos aislados, herramientas inconsistentes y verdades contradictorias.</a:t>
            </a:r>
            <a:endParaRPr lang="en-CO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B98A1E-D9E3-5283-03BB-99E6C58E2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05" y="3696993"/>
            <a:ext cx="4834066" cy="16058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607148-63C3-BF70-E8A2-7C9E9476D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1" y="3257174"/>
            <a:ext cx="4656849" cy="223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0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3538-59E5-E8AB-D2EA-76CBA332F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34C6-2B19-615B-5315-35D15D48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¿Qué es una arquitectura?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F7CC1-02D6-B19F-F8A8-C5469B2F2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CO" dirty="0"/>
              <a:t>“</a:t>
            </a:r>
            <a:r>
              <a:rPr lang="en-US" dirty="0"/>
              <a:t>La </a:t>
            </a:r>
            <a:r>
              <a:rPr lang="en-US" dirty="0" err="1"/>
              <a:t>organización</a:t>
            </a:r>
            <a:r>
              <a:rPr lang="en-US" dirty="0"/>
              <a:t> fundamental de un </a:t>
            </a:r>
            <a:r>
              <a:rPr lang="en-US" b="1" dirty="0" err="1"/>
              <a:t>sistema</a:t>
            </a:r>
            <a:r>
              <a:rPr lang="en-US" dirty="0"/>
              <a:t>, </a:t>
            </a:r>
            <a:r>
              <a:rPr lang="en-US" dirty="0" err="1"/>
              <a:t>encarnada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sus </a:t>
            </a:r>
            <a:r>
              <a:rPr lang="en-US" b="1" dirty="0" err="1"/>
              <a:t>componentes</a:t>
            </a:r>
            <a:r>
              <a:rPr lang="en-US" dirty="0"/>
              <a:t>, sus </a:t>
            </a:r>
            <a:r>
              <a:rPr lang="en-US" b="1" dirty="0" err="1"/>
              <a:t>relaciones</a:t>
            </a:r>
            <a:r>
              <a:rPr lang="en-US" b="1" dirty="0"/>
              <a:t> entre </a:t>
            </a:r>
            <a:r>
              <a:rPr lang="en-US" b="1" dirty="0" err="1"/>
              <a:t>sí</a:t>
            </a:r>
            <a:r>
              <a:rPr lang="en-US" b="1" dirty="0"/>
              <a:t> </a:t>
            </a:r>
            <a:r>
              <a:rPr lang="en-US" dirty="0"/>
              <a:t>y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b="1" dirty="0" err="1"/>
              <a:t>entorno</a:t>
            </a:r>
            <a:r>
              <a:rPr lang="en-US" dirty="0"/>
              <a:t>,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principios</a:t>
            </a:r>
            <a:r>
              <a:rPr lang="en-US" dirty="0"/>
              <a:t> que </a:t>
            </a:r>
            <a:r>
              <a:rPr lang="en-US" dirty="0" err="1"/>
              <a:t>rigen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b="1" dirty="0" err="1"/>
              <a:t>diseño</a:t>
            </a:r>
            <a:r>
              <a:rPr lang="en-US" dirty="0"/>
              <a:t> y </a:t>
            </a:r>
            <a:r>
              <a:rPr lang="en-US" b="1" dirty="0" err="1"/>
              <a:t>evolución</a:t>
            </a:r>
            <a:r>
              <a:rPr lang="en-US" dirty="0"/>
              <a:t>.</a:t>
            </a:r>
            <a:r>
              <a:rPr lang="en-CO" dirty="0"/>
              <a:t>” </a:t>
            </a:r>
            <a:r>
              <a:rPr lang="en-US" dirty="0"/>
              <a:t>ISO/IEC 42010:20071</a:t>
            </a:r>
            <a:endParaRPr lang="en-C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20E72-0014-3044-25A8-117723B78286}"/>
              </a:ext>
            </a:extLst>
          </p:cNvPr>
          <p:cNvSpPr txBox="1"/>
          <p:nvPr/>
        </p:nvSpPr>
        <p:spPr>
          <a:xfrm>
            <a:off x="2113845" y="4270486"/>
            <a:ext cx="14981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O" b="1" dirty="0"/>
              <a:t>Arquitectura</a:t>
            </a:r>
          </a:p>
          <a:p>
            <a:pPr algn="ctr"/>
            <a:r>
              <a:rPr lang="en-US" b="1" dirty="0"/>
              <a:t>E</a:t>
            </a:r>
            <a:r>
              <a:rPr lang="en-CO" b="1" dirty="0"/>
              <a:t>mpresarial</a:t>
            </a:r>
          </a:p>
          <a:p>
            <a:pPr algn="ctr"/>
            <a:r>
              <a:rPr lang="en-CO" b="1" dirty="0"/>
              <a:t>(EA)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E9DE19-B776-0D08-9898-AEEA0E00E09C}"/>
              </a:ext>
            </a:extLst>
          </p:cNvPr>
          <p:cNvGrpSpPr/>
          <p:nvPr/>
        </p:nvGrpSpPr>
        <p:grpSpPr>
          <a:xfrm>
            <a:off x="7177063" y="3638661"/>
            <a:ext cx="2151808" cy="2050592"/>
            <a:chOff x="7177063" y="3638661"/>
            <a:chExt cx="2151808" cy="205059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C88A8A6-4107-20D3-F35D-9CA68183E125}"/>
                </a:ext>
              </a:extLst>
            </p:cNvPr>
            <p:cNvSpPr txBox="1"/>
            <p:nvPr/>
          </p:nvSpPr>
          <p:spPr>
            <a:xfrm>
              <a:off x="7177063" y="3638661"/>
              <a:ext cx="2131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Proceso de negocio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856CCD4-0F5D-5663-1262-6159A8401B3C}"/>
                </a:ext>
              </a:extLst>
            </p:cNvPr>
            <p:cNvSpPr txBox="1"/>
            <p:nvPr/>
          </p:nvSpPr>
          <p:spPr>
            <a:xfrm>
              <a:off x="7177063" y="4479291"/>
              <a:ext cx="21518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Información y datos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5BD88C5-9BFD-03AC-9451-F35F198DD313}"/>
                </a:ext>
              </a:extLst>
            </p:cNvPr>
            <p:cNvSpPr txBox="1"/>
            <p:nvPr/>
          </p:nvSpPr>
          <p:spPr>
            <a:xfrm>
              <a:off x="7185630" y="5319921"/>
              <a:ext cx="1248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Tecnología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54E4CB-B28C-2059-1CB8-3A6AEFCA632C}"/>
              </a:ext>
            </a:extLst>
          </p:cNvPr>
          <p:cNvGrpSpPr/>
          <p:nvPr/>
        </p:nvGrpSpPr>
        <p:grpSpPr>
          <a:xfrm>
            <a:off x="3747912" y="3429000"/>
            <a:ext cx="3217333" cy="2342039"/>
            <a:chOff x="3747912" y="3429000"/>
            <a:chExt cx="3217333" cy="234203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70E25E-A7F0-250C-BBC3-B8107AFAA7CB}"/>
                </a:ext>
              </a:extLst>
            </p:cNvPr>
            <p:cNvSpPr txBox="1"/>
            <p:nvPr/>
          </p:nvSpPr>
          <p:spPr>
            <a:xfrm>
              <a:off x="4461933" y="3429000"/>
              <a:ext cx="9637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Análisis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791D905-55D5-74D8-69C7-DD66CF8DD82B}"/>
                </a:ext>
              </a:extLst>
            </p:cNvPr>
            <p:cNvSpPr txBox="1"/>
            <p:nvPr/>
          </p:nvSpPr>
          <p:spPr>
            <a:xfrm>
              <a:off x="4461933" y="4086569"/>
              <a:ext cx="8851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Diseño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238996-F545-0740-E1BF-F98CC0EEAF50}"/>
                </a:ext>
              </a:extLst>
            </p:cNvPr>
            <p:cNvSpPr txBox="1"/>
            <p:nvPr/>
          </p:nvSpPr>
          <p:spPr>
            <a:xfrm>
              <a:off x="4461933" y="4744138"/>
              <a:ext cx="13019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Planeación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3284DB-97C5-BD9D-51F4-7758553774AE}"/>
                </a:ext>
              </a:extLst>
            </p:cNvPr>
            <p:cNvSpPr txBox="1"/>
            <p:nvPr/>
          </p:nvSpPr>
          <p:spPr>
            <a:xfrm>
              <a:off x="4461933" y="5401707"/>
              <a:ext cx="18252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O" dirty="0"/>
                <a:t>Implementación</a:t>
              </a:r>
            </a:p>
          </p:txBody>
        </p:sp>
        <p:sp>
          <p:nvSpPr>
            <p:cNvPr id="12" name="Double Brace 11">
              <a:extLst>
                <a:ext uri="{FF2B5EF4-FFF2-40B4-BE49-F238E27FC236}">
                  <a16:creationId xmlns:a16="http://schemas.microsoft.com/office/drawing/2014/main" id="{E6A215C5-CE6D-F88E-9D28-EE3C135CABAC}"/>
                </a:ext>
              </a:extLst>
            </p:cNvPr>
            <p:cNvSpPr/>
            <p:nvPr/>
          </p:nvSpPr>
          <p:spPr>
            <a:xfrm>
              <a:off x="3747912" y="3535839"/>
              <a:ext cx="3217333" cy="2235200"/>
            </a:xfrm>
            <a:prstGeom prst="brace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O"/>
            </a:p>
          </p:txBody>
        </p:sp>
      </p:grpSp>
    </p:spTree>
    <p:extLst>
      <p:ext uri="{BB962C8B-B14F-4D97-AF65-F5344CB8AC3E}">
        <p14:creationId xmlns:p14="http://schemas.microsoft.com/office/powerpoint/2010/main" val="390621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0A7D4-D9C2-EC11-3045-7D4083733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5917-D3CD-4EE7-70D4-A9C95BE4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¿Por qué hacer arquitectura?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4AA93-5DC7-67F2-197C-B01CEB476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9735"/>
          </a:xfrm>
        </p:spPr>
        <p:txBody>
          <a:bodyPr/>
          <a:lstStyle/>
          <a:p>
            <a:pPr marL="0" indent="0">
              <a:buNone/>
            </a:pPr>
            <a:r>
              <a:rPr lang="es-419" dirty="0"/>
              <a:t>Abstrae el mundo real para así poder definir cómo se va a organizar ese mundo real para responder mejor a un requerimiento.</a:t>
            </a:r>
          </a:p>
          <a:p>
            <a:pPr marL="0" indent="0">
              <a:buNone/>
            </a:pPr>
            <a:r>
              <a:rPr lang="es-419" dirty="0"/>
              <a:t>Beneficios</a:t>
            </a:r>
          </a:p>
          <a:p>
            <a:pPr marL="514350" indent="-514350">
              <a:buAutoNum type="arabicPeriod"/>
            </a:pPr>
            <a:r>
              <a:rPr lang="es-419" dirty="0"/>
              <a:t>Reducir duplicidad y esfuerzos</a:t>
            </a:r>
          </a:p>
          <a:p>
            <a:pPr marL="514350" indent="-514350">
              <a:buAutoNum type="arabicPeriod"/>
            </a:pPr>
            <a:r>
              <a:rPr lang="es-419" dirty="0"/>
              <a:t>Alinear negocio con TI</a:t>
            </a:r>
          </a:p>
          <a:p>
            <a:pPr marL="514350" indent="-514350">
              <a:buAutoNum type="arabicPeriod"/>
            </a:pPr>
            <a:r>
              <a:rPr lang="es-419" dirty="0"/>
              <a:t>Permitir escalabilidad</a:t>
            </a:r>
          </a:p>
          <a:p>
            <a:pPr marL="514350" indent="-514350">
              <a:buAutoNum type="arabicPeriod"/>
            </a:pPr>
            <a:r>
              <a:rPr lang="es-419" dirty="0"/>
              <a:t>Reducir dependencias</a:t>
            </a:r>
            <a:endParaRPr lang="en-CO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952E6D1-57A8-4DA3-FBCC-90AA2453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562" y="3691753"/>
            <a:ext cx="6485238" cy="162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287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5BA61-30B2-E794-9079-A14856F8A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C89806-BA1C-0EDC-F07A-C07FCDE29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CO" sz="5400"/>
              <a:t>TOGAF</a:t>
            </a:r>
          </a:p>
        </p:txBody>
      </p:sp>
      <p:sp>
        <p:nvSpPr>
          <p:cNvPr id="51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667DB-2FE9-5890-176F-197A5AF25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419" sz="2200" dirty="0"/>
              <a:t>Es un </a:t>
            </a:r>
            <a:r>
              <a:rPr lang="es-419" sz="2200" i="1" dirty="0"/>
              <a:t>framework</a:t>
            </a:r>
            <a:r>
              <a:rPr lang="es-419" sz="2200" dirty="0"/>
              <a:t> de arquitectura empresarial usada para mejorar la eficiencia de negocio.</a:t>
            </a:r>
          </a:p>
          <a:p>
            <a:pPr marL="0" indent="0">
              <a:buNone/>
            </a:pPr>
            <a:r>
              <a:rPr lang="es-419" sz="2200" dirty="0"/>
              <a:t>Recuerden que es un estandar.</a:t>
            </a:r>
            <a:endParaRPr lang="en-CO" sz="2200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77CD905F-183E-6415-DAB9-A4B750106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6102" y="640080"/>
            <a:ext cx="6660107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CA610D-E6E0-C27B-C513-DEDB8CB4CD23}"/>
              </a:ext>
            </a:extLst>
          </p:cNvPr>
          <p:cNvSpPr txBox="1"/>
          <p:nvPr/>
        </p:nvSpPr>
        <p:spPr>
          <a:xfrm>
            <a:off x="643278" y="2121234"/>
            <a:ext cx="337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Open Group Architecture Framework</a:t>
            </a:r>
          </a:p>
        </p:txBody>
      </p:sp>
    </p:spTree>
    <p:extLst>
      <p:ext uri="{BB962C8B-B14F-4D97-AF65-F5344CB8AC3E}">
        <p14:creationId xmlns:p14="http://schemas.microsoft.com/office/powerpoint/2010/main" val="155936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96B0-4277-F19E-28EF-106D844AC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C0A7-AFBC-A522-DBDF-571D0BE6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Los dominios de la arquitectura según TOGAF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EEE8C2-39F1-5184-853F-EE853C1AB3F9}"/>
              </a:ext>
            </a:extLst>
          </p:cNvPr>
          <p:cNvSpPr txBox="1"/>
          <p:nvPr/>
        </p:nvSpPr>
        <p:spPr>
          <a:xfrm>
            <a:off x="838200" y="2152358"/>
            <a:ext cx="2555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Arquitectura de negocio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0128BC-07F5-E25A-3F1D-B3C89B8C15B5}"/>
              </a:ext>
            </a:extLst>
          </p:cNvPr>
          <p:cNvSpPr txBox="1"/>
          <p:nvPr/>
        </p:nvSpPr>
        <p:spPr>
          <a:xfrm>
            <a:off x="838200" y="3208589"/>
            <a:ext cx="233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Arquitectura de datos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433A92-B773-E9E2-44B0-AC2D9030DDAF}"/>
              </a:ext>
            </a:extLst>
          </p:cNvPr>
          <p:cNvSpPr txBox="1"/>
          <p:nvPr/>
        </p:nvSpPr>
        <p:spPr>
          <a:xfrm>
            <a:off x="838200" y="4264820"/>
            <a:ext cx="304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Arquitectura de aplicaciones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A487C8-0BA7-4CD2-27AF-12A21A4A625A}"/>
              </a:ext>
            </a:extLst>
          </p:cNvPr>
          <p:cNvSpPr txBox="1"/>
          <p:nvPr/>
        </p:nvSpPr>
        <p:spPr>
          <a:xfrm>
            <a:off x="838200" y="5321050"/>
            <a:ext cx="281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dirty="0"/>
              <a:t>Arquitectura de tecnología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95BF8-19A2-5F64-F536-D435CB191CEA}"/>
              </a:ext>
            </a:extLst>
          </p:cNvPr>
          <p:cNvSpPr txBox="1"/>
          <p:nvPr/>
        </p:nvSpPr>
        <p:spPr>
          <a:xfrm>
            <a:off x="5445369" y="5623936"/>
            <a:ext cx="6118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 </a:t>
            </a:r>
            <a:r>
              <a:rPr lang="en-US" dirty="0" err="1"/>
              <a:t>objetivo</a:t>
            </a:r>
            <a:r>
              <a:rPr lang="en-US" dirty="0"/>
              <a:t> es "</a:t>
            </a:r>
            <a:r>
              <a:rPr lang="en-US" dirty="0" err="1"/>
              <a:t>mejorar</a:t>
            </a:r>
            <a:r>
              <a:rPr lang="en-US" dirty="0"/>
              <a:t> la </a:t>
            </a:r>
            <a:r>
              <a:rPr lang="en-US" dirty="0" err="1"/>
              <a:t>retención</a:t>
            </a:r>
            <a:r>
              <a:rPr lang="en-US" dirty="0"/>
              <a:t> de </a:t>
            </a:r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10% </a:t>
            </a:r>
            <a:r>
              <a:rPr lang="en-US" dirty="0" err="1"/>
              <a:t>mediante</a:t>
            </a:r>
            <a:r>
              <a:rPr lang="en-US" dirty="0"/>
              <a:t> la </a:t>
            </a:r>
            <a:r>
              <a:rPr lang="en-US" dirty="0" err="1"/>
              <a:t>personalización</a:t>
            </a:r>
            <a:r>
              <a:rPr lang="en-US" dirty="0"/>
              <a:t> de la </a:t>
            </a:r>
            <a:r>
              <a:rPr lang="en-US" dirty="0" err="1"/>
              <a:t>experiencia</a:t>
            </a:r>
            <a:r>
              <a:rPr lang="en-US" dirty="0"/>
              <a:t>"</a:t>
            </a:r>
            <a:endParaRPr lang="en-CO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4C035-2879-11D9-E2E5-8429C4283DEA}"/>
              </a:ext>
            </a:extLst>
          </p:cNvPr>
          <p:cNvSpPr txBox="1"/>
          <p:nvPr/>
        </p:nvSpPr>
        <p:spPr>
          <a:xfrm>
            <a:off x="5445369" y="4432467"/>
            <a:ext cx="6118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Debe </a:t>
            </a:r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entidades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"</a:t>
            </a:r>
            <a:r>
              <a:rPr lang="en-US" dirty="0" err="1"/>
              <a:t>perfiles</a:t>
            </a:r>
            <a:r>
              <a:rPr lang="en-US" dirty="0"/>
              <a:t> de </a:t>
            </a:r>
            <a:r>
              <a:rPr lang="en-US" dirty="0" err="1"/>
              <a:t>cliente</a:t>
            </a:r>
            <a:r>
              <a:rPr lang="en-US" dirty="0"/>
              <a:t>", "</a:t>
            </a:r>
            <a:r>
              <a:rPr lang="en-US" dirty="0" err="1"/>
              <a:t>historial</a:t>
            </a:r>
            <a:r>
              <a:rPr lang="en-US" dirty="0"/>
              <a:t> de </a:t>
            </a:r>
            <a:r>
              <a:rPr lang="en-US" dirty="0" err="1"/>
              <a:t>interacciones</a:t>
            </a:r>
            <a:r>
              <a:rPr lang="en-US" dirty="0"/>
              <a:t>", "</a:t>
            </a:r>
            <a:r>
              <a:rPr lang="en-US" dirty="0" err="1"/>
              <a:t>transacciones</a:t>
            </a:r>
            <a:r>
              <a:rPr lang="en-US" dirty="0"/>
              <a:t> de </a:t>
            </a:r>
            <a:r>
              <a:rPr lang="en-US" dirty="0" err="1"/>
              <a:t>compra</a:t>
            </a:r>
            <a:r>
              <a:rPr lang="en-US" dirty="0"/>
              <a:t>" y "</a:t>
            </a:r>
            <a:r>
              <a:rPr lang="en-US" dirty="0" err="1"/>
              <a:t>datos</a:t>
            </a:r>
            <a:r>
              <a:rPr lang="en-US" dirty="0"/>
              <a:t> de </a:t>
            </a:r>
            <a:r>
              <a:rPr lang="en-US" dirty="0" err="1"/>
              <a:t>sentimiento</a:t>
            </a:r>
            <a:r>
              <a:rPr lang="en-US" dirty="0"/>
              <a:t> de redes </a:t>
            </a:r>
            <a:r>
              <a:rPr lang="en-US" dirty="0" err="1"/>
              <a:t>sociales</a:t>
            </a:r>
            <a:r>
              <a:rPr lang="en-US" dirty="0"/>
              <a:t>".</a:t>
            </a:r>
            <a:endParaRPr lang="en-CO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29CD70-956C-FE34-D35B-CE6F1714557E}"/>
              </a:ext>
            </a:extLst>
          </p:cNvPr>
          <p:cNvSpPr txBox="1"/>
          <p:nvPr/>
        </p:nvSpPr>
        <p:spPr>
          <a:xfrm>
            <a:off x="5445369" y="2963998"/>
            <a:ext cx="6118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incluirá</a:t>
            </a:r>
            <a:r>
              <a:rPr lang="en-US" dirty="0"/>
              <a:t> un "motor de ingesta de </a:t>
            </a:r>
            <a:r>
              <a:rPr lang="en-US" dirty="0" err="1"/>
              <a:t>datos</a:t>
            </a:r>
            <a:r>
              <a:rPr lang="en-US" dirty="0"/>
              <a:t>", </a:t>
            </a:r>
            <a:r>
              <a:rPr lang="en-US" dirty="0" err="1"/>
              <a:t>una</a:t>
            </a:r>
            <a:r>
              <a:rPr lang="en-US" dirty="0"/>
              <a:t> "</a:t>
            </a:r>
            <a:r>
              <a:rPr lang="en-US" dirty="0" err="1"/>
              <a:t>plataforma</a:t>
            </a:r>
            <a:r>
              <a:rPr lang="en-US" dirty="0"/>
              <a:t> de </a:t>
            </a:r>
            <a:r>
              <a:rPr lang="en-US" dirty="0" err="1"/>
              <a:t>análisis</a:t>
            </a:r>
            <a:r>
              <a:rPr lang="en-US" dirty="0"/>
              <a:t> y </a:t>
            </a:r>
            <a:r>
              <a:rPr lang="en-US" dirty="0" err="1"/>
              <a:t>modelado</a:t>
            </a:r>
            <a:r>
              <a:rPr lang="en-US" dirty="0"/>
              <a:t>", un "motor de </a:t>
            </a:r>
            <a:r>
              <a:rPr lang="en-US" dirty="0" err="1"/>
              <a:t>segmentación</a:t>
            </a:r>
            <a:r>
              <a:rPr lang="en-US" dirty="0"/>
              <a:t> de </a:t>
            </a:r>
            <a:r>
              <a:rPr lang="en-US" dirty="0" err="1"/>
              <a:t>clientes</a:t>
            </a:r>
            <a:r>
              <a:rPr lang="en-US" dirty="0"/>
              <a:t>" y "dashboards de </a:t>
            </a:r>
            <a:r>
              <a:rPr lang="en-US" dirty="0" err="1"/>
              <a:t>visualización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 de marketing".</a:t>
            </a:r>
            <a:endParaRPr lang="en-CO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FEEAB6-F7DB-126A-DDCF-C54BF0C3446C}"/>
              </a:ext>
            </a:extLst>
          </p:cNvPr>
          <p:cNvSpPr txBox="1"/>
          <p:nvPr/>
        </p:nvSpPr>
        <p:spPr>
          <a:xfrm>
            <a:off x="5445368" y="1772528"/>
            <a:ext cx="611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incluir</a:t>
            </a:r>
            <a:r>
              <a:rPr lang="en-US" dirty="0"/>
              <a:t> </a:t>
            </a:r>
            <a:r>
              <a:rPr lang="en-US" dirty="0" err="1"/>
              <a:t>servidores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nube</a:t>
            </a:r>
            <a:r>
              <a:rPr lang="en-US" dirty="0"/>
              <a:t> (</a:t>
            </a:r>
            <a:r>
              <a:rPr lang="en-US" dirty="0" err="1"/>
              <a:t>ej</a:t>
            </a:r>
            <a:r>
              <a:rPr lang="en-US" dirty="0"/>
              <a:t>. AWS, Azure, Google Cloud), bases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escalables</a:t>
            </a:r>
            <a:r>
              <a:rPr lang="en-US" dirty="0"/>
              <a:t>, un data lake para </a:t>
            </a:r>
            <a:r>
              <a:rPr lang="en-US" dirty="0" err="1"/>
              <a:t>datos</a:t>
            </a:r>
            <a:r>
              <a:rPr lang="en-US" dirty="0"/>
              <a:t> no </a:t>
            </a:r>
            <a:r>
              <a:rPr lang="en-US" dirty="0" err="1"/>
              <a:t>estructurados</a:t>
            </a:r>
            <a:endParaRPr lang="en-CO" dirty="0"/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5319B732-12E4-193A-0777-A605AC1C42DA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3393708" y="2337024"/>
            <a:ext cx="2051661" cy="361007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0A69058D-B781-8E55-C2AC-3AFA5A57C8FC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>
            <a:off x="3169351" y="3393255"/>
            <a:ext cx="2276018" cy="150087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4C8A5F9C-A6F7-0AE8-43A0-4D284182C9D8}"/>
              </a:ext>
            </a:extLst>
          </p:cNvPr>
          <p:cNvCxnSpPr>
            <a:stCxn id="20" idx="3"/>
            <a:endCxn id="24" idx="1"/>
          </p:cNvCxnSpPr>
          <p:nvPr/>
        </p:nvCxnSpPr>
        <p:spPr>
          <a:xfrm flipV="1">
            <a:off x="3879738" y="3564163"/>
            <a:ext cx="1565631" cy="88532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ABAC01BE-D1FD-85E0-9E2C-8C4A53876497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 flipV="1">
            <a:off x="3651150" y="2234193"/>
            <a:ext cx="1794218" cy="327152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92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8639-D23F-0C9C-5E04-D23680A4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2EE8-1444-AABD-A1BA-7E082CC2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O" dirty="0"/>
              <a:t>El TOGAF en la práctica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8C0D3-B36A-7E22-08CE-EF53719308CE}"/>
              </a:ext>
            </a:extLst>
          </p:cNvPr>
          <p:cNvSpPr txBox="1"/>
          <p:nvPr/>
        </p:nvSpPr>
        <p:spPr>
          <a:xfrm>
            <a:off x="838200" y="2217420"/>
            <a:ext cx="23850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Mapa de capacidades empresariales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Procesos clave de negocio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Mapa de partes interesadas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Objetivos de negocio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B0058-6D4E-25F3-056B-AAEB17603338}"/>
              </a:ext>
            </a:extLst>
          </p:cNvPr>
          <p:cNvSpPr txBox="1"/>
          <p:nvPr/>
        </p:nvSpPr>
        <p:spPr>
          <a:xfrm>
            <a:off x="838200" y="1769388"/>
            <a:ext cx="1146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000" b="1" dirty="0"/>
              <a:t>Negocio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707021-7447-3EC4-B38E-D84602459525}"/>
              </a:ext>
            </a:extLst>
          </p:cNvPr>
          <p:cNvSpPr txBox="1"/>
          <p:nvPr/>
        </p:nvSpPr>
        <p:spPr>
          <a:xfrm>
            <a:off x="3685492" y="2217420"/>
            <a:ext cx="23850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Entidades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Flujos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Gobernanza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Gestión de metadatos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5B5F1-93C2-379E-A4EA-A5507526FBE6}"/>
              </a:ext>
            </a:extLst>
          </p:cNvPr>
          <p:cNvSpPr txBox="1"/>
          <p:nvPr/>
        </p:nvSpPr>
        <p:spPr>
          <a:xfrm>
            <a:off x="3685492" y="1769388"/>
            <a:ext cx="874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000" b="1" dirty="0"/>
              <a:t>Datos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E24152-DE65-0397-F651-4AA376332C63}"/>
              </a:ext>
            </a:extLst>
          </p:cNvPr>
          <p:cNvSpPr txBox="1"/>
          <p:nvPr/>
        </p:nvSpPr>
        <p:spPr>
          <a:xfrm>
            <a:off x="6532784" y="2217420"/>
            <a:ext cx="23850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Portafolio de aplicaciones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Integración de aplicaciones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Capacidades de la aplicación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Hoja de ruta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O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7AA08-2868-7BF7-C6ED-833119F5DE2F}"/>
              </a:ext>
            </a:extLst>
          </p:cNvPr>
          <p:cNvSpPr txBox="1"/>
          <p:nvPr/>
        </p:nvSpPr>
        <p:spPr>
          <a:xfrm>
            <a:off x="6532784" y="1769388"/>
            <a:ext cx="1424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000" b="1" dirty="0"/>
              <a:t>Aplicación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AEF68A-1F48-15D2-AA51-F043CCB4CB86}"/>
              </a:ext>
            </a:extLst>
          </p:cNvPr>
          <p:cNvSpPr txBox="1"/>
          <p:nvPr/>
        </p:nvSpPr>
        <p:spPr>
          <a:xfrm>
            <a:off x="9380076" y="2217420"/>
            <a:ext cx="23850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IoT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Infraestructura de redes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Recursos de computación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O" sz="2000" dirty="0"/>
              <a:t>Componentes de seguridad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7A708F-3D83-A704-9F7F-61070D86E02A}"/>
              </a:ext>
            </a:extLst>
          </p:cNvPr>
          <p:cNvSpPr txBox="1"/>
          <p:nvPr/>
        </p:nvSpPr>
        <p:spPr>
          <a:xfrm>
            <a:off x="9380076" y="1769388"/>
            <a:ext cx="1146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O" sz="2000" b="1" dirty="0"/>
              <a:t>Negocio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840D0-53FF-35A1-6281-E907298EDF18}"/>
              </a:ext>
            </a:extLst>
          </p:cNvPr>
          <p:cNvSpPr txBox="1"/>
          <p:nvPr/>
        </p:nvSpPr>
        <p:spPr>
          <a:xfrm>
            <a:off x="2849736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shorturl.at</a:t>
            </a:r>
            <a:r>
              <a:rPr lang="en-US" dirty="0"/>
              <a:t>/2f54M</a:t>
            </a:r>
            <a:endParaRPr lang="en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1C5AE7-4112-2080-B28D-D2F1FE0D5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443" y="4650442"/>
            <a:ext cx="2207558" cy="220755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556D7F3-BDA0-3E28-D6EF-0ADC754F8328}"/>
              </a:ext>
            </a:extLst>
          </p:cNvPr>
          <p:cNvSpPr/>
          <p:nvPr/>
        </p:nvSpPr>
        <p:spPr>
          <a:xfrm>
            <a:off x="2849736" y="4650442"/>
            <a:ext cx="5636342" cy="22075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O"/>
          </a:p>
        </p:txBody>
      </p:sp>
    </p:spTree>
    <p:extLst>
      <p:ext uri="{BB962C8B-B14F-4D97-AF65-F5344CB8AC3E}">
        <p14:creationId xmlns:p14="http://schemas.microsoft.com/office/powerpoint/2010/main" val="367554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FEB27-F8BE-9CC1-EC60-03C6A0CF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30">
            <a:extLst>
              <a:ext uri="{FF2B5EF4-FFF2-40B4-BE49-F238E27FC236}">
                <a16:creationId xmlns:a16="http://schemas.microsoft.com/office/drawing/2014/main" id="{7632A29A-2AFC-770D-363B-41C2EC2EC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33D71-5AE2-5D90-9EE5-6470F66A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CO" sz="5400" dirty="0"/>
              <a:t>ADM</a:t>
            </a:r>
          </a:p>
        </p:txBody>
      </p:sp>
      <p:sp>
        <p:nvSpPr>
          <p:cNvPr id="5133" name="sketch line">
            <a:extLst>
              <a:ext uri="{FF2B5EF4-FFF2-40B4-BE49-F238E27FC236}">
                <a16:creationId xmlns:a16="http://schemas.microsoft.com/office/drawing/2014/main" id="{5AC6928E-90B2-78CA-624C-E42D7D0ED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A9292-6C47-0233-7ED1-FB5BE0D2F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/>
              <a:t>Es un </a:t>
            </a:r>
            <a:r>
              <a:rPr lang="en-US" sz="2400" dirty="0" err="1"/>
              <a:t>método</a:t>
            </a:r>
            <a:r>
              <a:rPr lang="en-US" sz="2400" dirty="0"/>
              <a:t> para </a:t>
            </a:r>
            <a:r>
              <a:rPr lang="en-US" sz="2400" dirty="0" err="1"/>
              <a:t>desarrollar</a:t>
            </a:r>
            <a:r>
              <a:rPr lang="en-US" sz="2400" dirty="0"/>
              <a:t> y </a:t>
            </a:r>
            <a:r>
              <a:rPr lang="en-US" sz="2400" dirty="0" err="1"/>
              <a:t>gestionar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ciclo</a:t>
            </a:r>
            <a:r>
              <a:rPr lang="en-US" sz="2400" dirty="0"/>
              <a:t> de </a:t>
            </a:r>
            <a:r>
              <a:rPr lang="en-US" sz="2400" dirty="0" err="1"/>
              <a:t>vida</a:t>
            </a:r>
            <a:r>
              <a:rPr lang="en-US" sz="2400" dirty="0"/>
              <a:t> de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Arquitectura</a:t>
            </a:r>
            <a:r>
              <a:rPr lang="en-US" sz="2400" dirty="0"/>
              <a:t> Empresarial.</a:t>
            </a:r>
            <a:endParaRPr lang="en-CO" sz="2200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FF197722-6BD4-FCEE-20FB-5E0055FAE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5438894" y="1229359"/>
            <a:ext cx="3936561" cy="520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93530D-B346-D13D-9E07-A635471CC7D9}"/>
              </a:ext>
            </a:extLst>
          </p:cNvPr>
          <p:cNvSpPr txBox="1"/>
          <p:nvPr/>
        </p:nvSpPr>
        <p:spPr>
          <a:xfrm>
            <a:off x="643278" y="2121234"/>
            <a:ext cx="3377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Architecture Development Method</a:t>
            </a:r>
          </a:p>
        </p:txBody>
      </p:sp>
      <p:pic>
        <p:nvPicPr>
          <p:cNvPr id="1026" name="Picture 2" descr="Enterprise Architecture with TOGAF and Well-Architected Frameworks (AWS,  Azure and Google) | by Tiago Dias Generoso | Dev Genius">
            <a:hlinkClick r:id="rId3"/>
            <a:extLst>
              <a:ext uri="{FF2B5EF4-FFF2-40B4-BE49-F238E27FC236}">
                <a16:creationId xmlns:a16="http://schemas.microsoft.com/office/drawing/2014/main" id="{2F86A6F2-0499-2F7E-DBAA-CE9B99B7F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851" y="1076954"/>
            <a:ext cx="7548749" cy="535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Enterprise Architecture with TOGAF and Well-Architected Frameworks (AWS,  Azure and Google) | by Tiago Dias Generoso | Dev Genius">
            <a:extLst>
              <a:ext uri="{FF2B5EF4-FFF2-40B4-BE49-F238E27FC236}">
                <a16:creationId xmlns:a16="http://schemas.microsoft.com/office/drawing/2014/main" id="{FBBAB49E-474B-9BAE-F780-DD0180F47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4985" y="-467878"/>
            <a:ext cx="2260883" cy="1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84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E72F-1463-EB86-C83E-17B5AF33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O" dirty="0"/>
              <a:t>Lectura de caso </a:t>
            </a:r>
            <a:r>
              <a:rPr lang="en-CO" sz="1400" dirty="0"/>
              <a:t>“</a:t>
            </a:r>
            <a:r>
              <a:rPr lang="en-US" sz="1400" i="1" dirty="0"/>
              <a:t>Designing Enterprise Architecture Using TOGAF Architecture Development Method</a:t>
            </a:r>
            <a:r>
              <a:rPr lang="en-CO" sz="1400" dirty="0"/>
              <a:t>”</a:t>
            </a:r>
            <a:endParaRPr lang="en-C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F0E5-3585-2E21-6F72-610FCAB4B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CO" dirty="0"/>
              <a:t>En grupos de máximo 3, realizar la lectura del artículo.</a:t>
            </a:r>
          </a:p>
          <a:p>
            <a:pPr marL="514350" indent="-514350">
              <a:buAutoNum type="arabicPeriod"/>
            </a:pPr>
            <a:r>
              <a:rPr lang="en-CO" dirty="0"/>
              <a:t>Para cada una de las fases (sección 3.1 – 3.5) identificar:</a:t>
            </a:r>
          </a:p>
          <a:p>
            <a:pPr marL="971550" lvl="1" indent="-514350">
              <a:buAutoNum type="arabicPeriod"/>
            </a:pPr>
            <a:r>
              <a:rPr lang="en-US" dirty="0" err="1"/>
              <a:t>Objetivo</a:t>
            </a:r>
            <a:r>
              <a:rPr lang="en-US" dirty="0"/>
              <a:t> principal</a:t>
            </a:r>
          </a:p>
          <a:p>
            <a:pPr marL="971550" lvl="1" indent="-514350">
              <a:buAutoNum type="arabicPeriod"/>
            </a:pPr>
            <a:r>
              <a:rPr lang="en-US" dirty="0" err="1"/>
              <a:t>Resultados</a:t>
            </a:r>
            <a:r>
              <a:rPr lang="en-US" dirty="0"/>
              <a:t> clave</a:t>
            </a:r>
          </a:p>
          <a:p>
            <a:pPr marL="971550" lvl="1" indent="-514350">
              <a:buAutoNum type="arabicPeriod"/>
            </a:pPr>
            <a:r>
              <a:rPr lang="en-US" i="1" dirty="0"/>
              <a:t>Stakeholders </a:t>
            </a:r>
            <a:r>
              <a:rPr lang="en-US" dirty="0"/>
              <a:t>(</a:t>
            </a:r>
            <a:r>
              <a:rPr lang="en-US" dirty="0" err="1"/>
              <a:t>actores</a:t>
            </a:r>
            <a:r>
              <a:rPr lang="en-US" dirty="0"/>
              <a:t> </a:t>
            </a:r>
            <a:r>
              <a:rPr lang="en-US" dirty="0" err="1"/>
              <a:t>involucrado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 err="1"/>
              <a:t>relevantes</a:t>
            </a:r>
            <a:endParaRPr lang="en-CO" dirty="0"/>
          </a:p>
          <a:p>
            <a:pPr marL="514350" indent="-514350">
              <a:buAutoNum type="arabicPeriod"/>
            </a:pPr>
            <a:r>
              <a:rPr lang="en-CO" dirty="0"/>
              <a:t>Aplicarlo a un contexto conocido (opción = lugar de trabajo)</a:t>
            </a:r>
          </a:p>
          <a:p>
            <a:pPr marL="514350" indent="-514350">
              <a:buAutoNum type="arabicPeriod"/>
            </a:pPr>
            <a:r>
              <a:rPr lang="en-CO" dirty="0"/>
              <a:t>Comunicar los resultados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0A67F-C086-90FA-5A2C-88B2996ACD1B}"/>
              </a:ext>
            </a:extLst>
          </p:cNvPr>
          <p:cNvSpPr txBox="1"/>
          <p:nvPr/>
        </p:nvSpPr>
        <p:spPr>
          <a:xfrm>
            <a:off x="1242391" y="5550212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O" dirty="0"/>
              <a:t>https://shorturl.at/RKjxx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D4047-D80D-0509-E4BE-348C2CA18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852" y="5042692"/>
            <a:ext cx="1753704" cy="175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5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2678</TotalTime>
  <Words>658</Words>
  <Application>Microsoft Macintosh PowerPoint</Application>
  <PresentationFormat>Widescreen</PresentationFormat>
  <Paragraphs>122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Arquitecturas analíticas</vt:lpstr>
      <vt:lpstr>Daniel Felipe Romero Bernal</vt:lpstr>
      <vt:lpstr>Sobre el curso</vt:lpstr>
      <vt:lpstr>Contenido temático</vt:lpstr>
      <vt:lpstr>Formas de evaluación</vt:lpstr>
      <vt:lpstr>Reglas de juego</vt:lpstr>
      <vt:lpstr>Conceptos generales</vt:lpstr>
      <vt:lpstr>Antes de comenzar…</vt:lpstr>
      <vt:lpstr>Evolución de los sistemas de gestión de datos</vt:lpstr>
      <vt:lpstr>El problema: La fragmentación de datos</vt:lpstr>
      <vt:lpstr>¿Qué es una arquitectura?</vt:lpstr>
      <vt:lpstr>¿Por qué hacer arquitectura?</vt:lpstr>
      <vt:lpstr>TOGAF</vt:lpstr>
      <vt:lpstr>Los dominios de la arquitectura según TOGAF</vt:lpstr>
      <vt:lpstr>El TOGAF en la práctica</vt:lpstr>
      <vt:lpstr>ADM</vt:lpstr>
      <vt:lpstr>Lectura de caso “Designing Enterprise Architecture Using TOGAF Architecture Development Method”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Felipe Romero Bernal</dc:creator>
  <cp:lastModifiedBy>Daniel Felipe Romero Bernal</cp:lastModifiedBy>
  <cp:revision>9</cp:revision>
  <dcterms:created xsi:type="dcterms:W3CDTF">2025-08-06T18:38:47Z</dcterms:created>
  <dcterms:modified xsi:type="dcterms:W3CDTF">2025-10-04T10:59:48Z</dcterms:modified>
</cp:coreProperties>
</file>